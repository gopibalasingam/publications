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Default Extension="png" ContentType="image/pn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7475200" cy="9753600"/>
  <p:notesSz cx="17475200" cy="97536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10640" y="3023616"/>
            <a:ext cx="14853920" cy="20482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700" b="1" i="0">
                <a:solidFill>
                  <a:srgbClr val="03030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621280" y="5462016"/>
            <a:ext cx="12232640" cy="2438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350" b="0" i="0">
                <a:solidFill>
                  <a:srgbClr val="312F2D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600"/>
              </a:lnSpc>
            </a:pPr>
            <a:r>
              <a:rPr dirty="0" sz="1300" spc="-20"/>
              <a:t>Isl\</a:t>
            </a:r>
            <a:r>
              <a:rPr dirty="0" sz="1300" spc="-45"/>
              <a:t> </a:t>
            </a:r>
            <a:r>
              <a:rPr dirty="0" spc="-10">
                <a:solidFill>
                  <a:srgbClr val="151311"/>
                </a:solidFill>
              </a:rPr>
              <a:t>N</a:t>
            </a:r>
            <a:r>
              <a:rPr dirty="0" spc="-10"/>
              <a:t>otebookL</a:t>
            </a:r>
            <a:r>
              <a:rPr dirty="0" spc="-10">
                <a:solidFill>
                  <a:srgbClr val="151311"/>
                </a:solidFill>
              </a:rPr>
              <a:t>M</a:t>
            </a:r>
            <a:endParaRPr sz="1300"/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700" b="1" i="0">
                <a:solidFill>
                  <a:srgbClr val="03030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350" b="0" i="0">
                <a:solidFill>
                  <a:srgbClr val="312F2D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600"/>
              </a:lnSpc>
            </a:pPr>
            <a:r>
              <a:rPr dirty="0" sz="1300" spc="-20"/>
              <a:t>Isl\</a:t>
            </a:r>
            <a:r>
              <a:rPr dirty="0" sz="1300" spc="-45"/>
              <a:t> </a:t>
            </a:r>
            <a:r>
              <a:rPr dirty="0" spc="-10">
                <a:solidFill>
                  <a:srgbClr val="151311"/>
                </a:solidFill>
              </a:rPr>
              <a:t>N</a:t>
            </a:r>
            <a:r>
              <a:rPr dirty="0" spc="-10"/>
              <a:t>otebookL</a:t>
            </a:r>
            <a:r>
              <a:rPr dirty="0" spc="-10">
                <a:solidFill>
                  <a:srgbClr val="151311"/>
                </a:solidFill>
              </a:rPr>
              <a:t>M</a:t>
            </a:r>
            <a:endParaRPr sz="1300"/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700" b="1" i="0">
                <a:solidFill>
                  <a:srgbClr val="03030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771416" y="1943080"/>
            <a:ext cx="5869305" cy="6565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250" b="1" i="0">
                <a:solidFill>
                  <a:srgbClr val="15131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8999728" y="2243328"/>
            <a:ext cx="7601712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350" b="0" i="0">
                <a:solidFill>
                  <a:srgbClr val="312F2D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600"/>
              </a:lnSpc>
            </a:pPr>
            <a:r>
              <a:rPr dirty="0" sz="1300" spc="-20"/>
              <a:t>Isl\</a:t>
            </a:r>
            <a:r>
              <a:rPr dirty="0" sz="1300" spc="-45"/>
              <a:t> </a:t>
            </a:r>
            <a:r>
              <a:rPr dirty="0" spc="-10">
                <a:solidFill>
                  <a:srgbClr val="151311"/>
                </a:solidFill>
              </a:rPr>
              <a:t>N</a:t>
            </a:r>
            <a:r>
              <a:rPr dirty="0" spc="-10"/>
              <a:t>otebookL</a:t>
            </a:r>
            <a:r>
              <a:rPr dirty="0" spc="-10">
                <a:solidFill>
                  <a:srgbClr val="151311"/>
                </a:solidFill>
              </a:rPr>
              <a:t>M</a:t>
            </a:r>
            <a:endParaRPr sz="1300"/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700" b="1" i="0">
                <a:solidFill>
                  <a:srgbClr val="03030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350" b="0" i="0">
                <a:solidFill>
                  <a:srgbClr val="312F2D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600"/>
              </a:lnSpc>
            </a:pPr>
            <a:r>
              <a:rPr dirty="0" sz="1300" spc="-20"/>
              <a:t>Isl\</a:t>
            </a:r>
            <a:r>
              <a:rPr dirty="0" sz="1300" spc="-45"/>
              <a:t> </a:t>
            </a:r>
            <a:r>
              <a:rPr dirty="0" spc="-10">
                <a:solidFill>
                  <a:srgbClr val="151311"/>
                </a:solidFill>
              </a:rPr>
              <a:t>N</a:t>
            </a:r>
            <a:r>
              <a:rPr dirty="0" spc="-10"/>
              <a:t>otebookL</a:t>
            </a:r>
            <a:r>
              <a:rPr dirty="0" spc="-10">
                <a:solidFill>
                  <a:srgbClr val="151311"/>
                </a:solidFill>
              </a:rPr>
              <a:t>M</a:t>
            </a:r>
            <a:endParaRPr sz="1300"/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350" b="0" i="0">
                <a:solidFill>
                  <a:srgbClr val="312F2D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600"/>
              </a:lnSpc>
            </a:pPr>
            <a:r>
              <a:rPr dirty="0" sz="1300" spc="-20"/>
              <a:t>Isl\</a:t>
            </a:r>
            <a:r>
              <a:rPr dirty="0" sz="1300" spc="-45"/>
              <a:t> </a:t>
            </a:r>
            <a:r>
              <a:rPr dirty="0" spc="-10">
                <a:solidFill>
                  <a:srgbClr val="151311"/>
                </a:solidFill>
              </a:rPr>
              <a:t>N</a:t>
            </a:r>
            <a:r>
              <a:rPr dirty="0" spc="-10"/>
              <a:t>otebookL</a:t>
            </a:r>
            <a:r>
              <a:rPr dirty="0" spc="-10">
                <a:solidFill>
                  <a:srgbClr val="151311"/>
                </a:solidFill>
              </a:rPr>
              <a:t>M</a:t>
            </a:r>
            <a:endParaRPr sz="1300"/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38778" y="498211"/>
            <a:ext cx="15997643" cy="7918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700" b="1" i="0">
                <a:solidFill>
                  <a:srgbClr val="03030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55379" y="2221573"/>
            <a:ext cx="15577185" cy="65709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16147783" y="9418922"/>
            <a:ext cx="1262380" cy="2184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50" b="0" i="0">
                <a:solidFill>
                  <a:srgbClr val="312F2D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600"/>
              </a:lnSpc>
            </a:pPr>
            <a:r>
              <a:rPr dirty="0" sz="1300" spc="-20"/>
              <a:t>Isl\</a:t>
            </a:r>
            <a:r>
              <a:rPr dirty="0" sz="1300" spc="-45"/>
              <a:t> </a:t>
            </a:r>
            <a:r>
              <a:rPr dirty="0" spc="-10">
                <a:solidFill>
                  <a:srgbClr val="151311"/>
                </a:solidFill>
              </a:rPr>
              <a:t>N</a:t>
            </a:r>
            <a:r>
              <a:rPr dirty="0" spc="-10"/>
              <a:t>otebookL</a:t>
            </a:r>
            <a:r>
              <a:rPr dirty="0" spc="-10">
                <a:solidFill>
                  <a:srgbClr val="151311"/>
                </a:solidFill>
              </a:rPr>
              <a:t>M</a:t>
            </a:r>
            <a:endParaRPr sz="1300"/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873760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2582144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5.png"/><Relationship Id="rId3" Type="http://schemas.openxmlformats.org/officeDocument/2006/relationships/image" Target="../media/image6.jpg"/><Relationship Id="rId4" Type="http://schemas.openxmlformats.org/officeDocument/2006/relationships/image" Target="../media/image7.jpg"/><Relationship Id="rId5" Type="http://schemas.openxmlformats.org/officeDocument/2006/relationships/image" Target="../media/image8.jpg"/><Relationship Id="rId6" Type="http://schemas.openxmlformats.org/officeDocument/2006/relationships/image" Target="../media/image9.jpg"/><Relationship Id="rId7" Type="http://schemas.openxmlformats.org/officeDocument/2006/relationships/image" Target="../media/image10.jpg"/><Relationship Id="rId8" Type="http://schemas.openxmlformats.org/officeDocument/2006/relationships/image" Target="../media/image11.jpg"/><Relationship Id="rId9" Type="http://schemas.openxmlformats.org/officeDocument/2006/relationships/image" Target="../media/image12.jpg"/><Relationship Id="rId10" Type="http://schemas.openxmlformats.org/officeDocument/2006/relationships/image" Target="../media/image13.jpg"/><Relationship Id="rId11" Type="http://schemas.openxmlformats.org/officeDocument/2006/relationships/image" Target="../media/image14.jpg"/><Relationship Id="rId12" Type="http://schemas.openxmlformats.org/officeDocument/2006/relationships/image" Target="../media/image15.jp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jpg"/><Relationship Id="rId3" Type="http://schemas.openxmlformats.org/officeDocument/2006/relationships/image" Target="../media/image17.jpg"/><Relationship Id="rId4" Type="http://schemas.openxmlformats.org/officeDocument/2006/relationships/image" Target="../media/image18.jpg"/><Relationship Id="rId5" Type="http://schemas.openxmlformats.org/officeDocument/2006/relationships/image" Target="../media/image19.jp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0.jpg"/><Relationship Id="rId3" Type="http://schemas.openxmlformats.org/officeDocument/2006/relationships/image" Target="../media/image21.jpg"/><Relationship Id="rId4" Type="http://schemas.openxmlformats.org/officeDocument/2006/relationships/image" Target="../media/image22.jpg"/><Relationship Id="rId5" Type="http://schemas.openxmlformats.org/officeDocument/2006/relationships/image" Target="../media/image23.jpg"/><Relationship Id="rId6" Type="http://schemas.openxmlformats.org/officeDocument/2006/relationships/image" Target="../media/image24.jp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5.jpg"/><Relationship Id="rId3" Type="http://schemas.openxmlformats.org/officeDocument/2006/relationships/image" Target="../media/image26.jpg"/><Relationship Id="rId4" Type="http://schemas.openxmlformats.org/officeDocument/2006/relationships/image" Target="../media/image27.png"/><Relationship Id="rId5" Type="http://schemas.openxmlformats.org/officeDocument/2006/relationships/image" Target="../media/image28.jpg"/><Relationship Id="rId6" Type="http://schemas.openxmlformats.org/officeDocument/2006/relationships/image" Target="../media/image29.jpg"/><Relationship Id="rId7" Type="http://schemas.openxmlformats.org/officeDocument/2006/relationships/image" Target="../media/image30.png"/><Relationship Id="rId8" Type="http://schemas.openxmlformats.org/officeDocument/2006/relationships/image" Target="../media/image31.jp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2.jpg"/><Relationship Id="rId3" Type="http://schemas.openxmlformats.org/officeDocument/2006/relationships/image" Target="../media/image33.jpg"/><Relationship Id="rId4" Type="http://schemas.openxmlformats.org/officeDocument/2006/relationships/image" Target="../media/image34.jp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5.jpg"/><Relationship Id="rId3" Type="http://schemas.openxmlformats.org/officeDocument/2006/relationships/image" Target="../media/image36.jp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7.jp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8.jpg"/><Relationship Id="rId3" Type="http://schemas.openxmlformats.org/officeDocument/2006/relationships/image" Target="../media/image39.jpg"/><Relationship Id="rId4" Type="http://schemas.openxmlformats.org/officeDocument/2006/relationships/image" Target="../media/image40.jpg"/><Relationship Id="rId5" Type="http://schemas.openxmlformats.org/officeDocument/2006/relationships/image" Target="../media/image41.jpg"/><Relationship Id="rId6" Type="http://schemas.openxmlformats.org/officeDocument/2006/relationships/image" Target="../media/image42.jpg"/><Relationship Id="rId7" Type="http://schemas.openxmlformats.org/officeDocument/2006/relationships/image" Target="../media/image43.jpg"/><Relationship Id="rId8" Type="http://schemas.openxmlformats.org/officeDocument/2006/relationships/image" Target="../media/image44.jpg"/><Relationship Id="rId9" Type="http://schemas.openxmlformats.org/officeDocument/2006/relationships/image" Target="../media/image45.jpg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6.jpg"/><Relationship Id="rId3" Type="http://schemas.openxmlformats.org/officeDocument/2006/relationships/image" Target="../media/image47.jpg"/><Relationship Id="rId4" Type="http://schemas.openxmlformats.org/officeDocument/2006/relationships/image" Target="../media/image48.jp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144500" y="715168"/>
            <a:ext cx="4330700" cy="398303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233963" y="4800335"/>
            <a:ext cx="5986352" cy="365111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808035" y="8553582"/>
            <a:ext cx="1834116" cy="114895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113114" y="8783373"/>
            <a:ext cx="1630325" cy="919162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10953750" y="6485464"/>
            <a:ext cx="0" cy="1557655"/>
          </a:xfrm>
          <a:custGeom>
            <a:avLst/>
            <a:gdLst/>
            <a:ahLst/>
            <a:cxnLst/>
            <a:rect l="l" t="t" r="r" b="b"/>
            <a:pathLst>
              <a:path w="0" h="1557654">
                <a:moveTo>
                  <a:pt x="0" y="1557469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1144804" y="6689723"/>
            <a:ext cx="0" cy="1710689"/>
          </a:xfrm>
          <a:custGeom>
            <a:avLst/>
            <a:gdLst/>
            <a:ahLst/>
            <a:cxnLst/>
            <a:rect l="l" t="t" r="r" b="b"/>
            <a:pathLst>
              <a:path w="0" h="1710690">
                <a:moveTo>
                  <a:pt x="0" y="1710663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2915236" y="3906704"/>
            <a:ext cx="0" cy="791845"/>
          </a:xfrm>
          <a:custGeom>
            <a:avLst/>
            <a:gdLst/>
            <a:ahLst/>
            <a:cxnLst/>
            <a:rect l="l" t="t" r="r" b="b"/>
            <a:pathLst>
              <a:path w="0" h="791845">
                <a:moveTo>
                  <a:pt x="0" y="791500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3112658" y="0"/>
            <a:ext cx="13335" cy="868680"/>
          </a:xfrm>
          <a:custGeom>
            <a:avLst/>
            <a:gdLst/>
            <a:ahLst/>
            <a:cxnLst/>
            <a:rect l="l" t="t" r="r" b="b"/>
            <a:pathLst>
              <a:path w="13334" h="868680">
                <a:moveTo>
                  <a:pt x="12736" y="868362"/>
                </a:moveTo>
                <a:lnTo>
                  <a:pt x="0" y="868362"/>
                </a:lnTo>
                <a:lnTo>
                  <a:pt x="0" y="0"/>
                </a:lnTo>
                <a:lnTo>
                  <a:pt x="12736" y="0"/>
                </a:lnTo>
                <a:lnTo>
                  <a:pt x="12736" y="8683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3195448" y="8451450"/>
            <a:ext cx="0" cy="1276985"/>
          </a:xfrm>
          <a:custGeom>
            <a:avLst/>
            <a:gdLst/>
            <a:ahLst/>
            <a:cxnLst/>
            <a:rect l="l" t="t" r="r" b="b"/>
            <a:pathLst>
              <a:path w="0" h="1276984">
                <a:moveTo>
                  <a:pt x="0" y="1276614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3806820" y="8451450"/>
            <a:ext cx="0" cy="1276985"/>
          </a:xfrm>
          <a:custGeom>
            <a:avLst/>
            <a:gdLst/>
            <a:ahLst/>
            <a:cxnLst/>
            <a:rect l="l" t="t" r="r" b="b"/>
            <a:pathLst>
              <a:path w="0" h="1276984">
                <a:moveTo>
                  <a:pt x="0" y="1276614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3985137" y="9268483"/>
            <a:ext cx="0" cy="459740"/>
          </a:xfrm>
          <a:custGeom>
            <a:avLst/>
            <a:gdLst/>
            <a:ahLst/>
            <a:cxnLst/>
            <a:rect l="l" t="t" r="r" b="b"/>
            <a:pathLst>
              <a:path w="0" h="459740">
                <a:moveTo>
                  <a:pt x="0" y="459581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4978617" y="8451450"/>
            <a:ext cx="0" cy="1276985"/>
          </a:xfrm>
          <a:custGeom>
            <a:avLst/>
            <a:gdLst/>
            <a:ahLst/>
            <a:cxnLst/>
            <a:rect l="l" t="t" r="r" b="b"/>
            <a:pathLst>
              <a:path w="0" h="1276984">
                <a:moveTo>
                  <a:pt x="0" y="1276614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4984984" y="0"/>
            <a:ext cx="13335" cy="715645"/>
          </a:xfrm>
          <a:custGeom>
            <a:avLst/>
            <a:gdLst/>
            <a:ahLst/>
            <a:cxnLst/>
            <a:rect l="l" t="t" r="r" b="b"/>
            <a:pathLst>
              <a:path w="13334" h="715645">
                <a:moveTo>
                  <a:pt x="12736" y="715168"/>
                </a:moveTo>
                <a:lnTo>
                  <a:pt x="0" y="715168"/>
                </a:lnTo>
                <a:lnTo>
                  <a:pt x="0" y="0"/>
                </a:lnTo>
                <a:lnTo>
                  <a:pt x="12736" y="0"/>
                </a:lnTo>
                <a:lnTo>
                  <a:pt x="12736" y="71516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15398936" y="8655708"/>
            <a:ext cx="0" cy="1072515"/>
          </a:xfrm>
          <a:custGeom>
            <a:avLst/>
            <a:gdLst/>
            <a:ahLst/>
            <a:cxnLst/>
            <a:rect l="l" t="t" r="r" b="b"/>
            <a:pathLst>
              <a:path w="0" h="1072515">
                <a:moveTo>
                  <a:pt x="0" y="1072355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15405303" y="0"/>
            <a:ext cx="13335" cy="715645"/>
          </a:xfrm>
          <a:custGeom>
            <a:avLst/>
            <a:gdLst/>
            <a:ahLst/>
            <a:cxnLst/>
            <a:rect l="l" t="t" r="r" b="b"/>
            <a:pathLst>
              <a:path w="13334" h="715645">
                <a:moveTo>
                  <a:pt x="12736" y="715168"/>
                </a:moveTo>
                <a:lnTo>
                  <a:pt x="0" y="715168"/>
                </a:lnTo>
                <a:lnTo>
                  <a:pt x="0" y="0"/>
                </a:lnTo>
                <a:lnTo>
                  <a:pt x="12736" y="0"/>
                </a:lnTo>
                <a:lnTo>
                  <a:pt x="12736" y="71516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15730095" y="8451450"/>
            <a:ext cx="0" cy="1276985"/>
          </a:xfrm>
          <a:custGeom>
            <a:avLst/>
            <a:gdLst/>
            <a:ahLst/>
            <a:cxnLst/>
            <a:rect l="l" t="t" r="r" b="b"/>
            <a:pathLst>
              <a:path w="0" h="1276984">
                <a:moveTo>
                  <a:pt x="0" y="1276614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16080361" y="0"/>
            <a:ext cx="13335" cy="715645"/>
          </a:xfrm>
          <a:custGeom>
            <a:avLst/>
            <a:gdLst/>
            <a:ahLst/>
            <a:cxnLst/>
            <a:rect l="l" t="t" r="r" b="b"/>
            <a:pathLst>
              <a:path w="13334" h="715645">
                <a:moveTo>
                  <a:pt x="12736" y="715168"/>
                </a:moveTo>
                <a:lnTo>
                  <a:pt x="0" y="715168"/>
                </a:lnTo>
                <a:lnTo>
                  <a:pt x="0" y="0"/>
                </a:lnTo>
                <a:lnTo>
                  <a:pt x="12736" y="0"/>
                </a:lnTo>
                <a:lnTo>
                  <a:pt x="12736" y="71516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16290520" y="8451450"/>
            <a:ext cx="0" cy="1149350"/>
          </a:xfrm>
          <a:custGeom>
            <a:avLst/>
            <a:gdLst/>
            <a:ahLst/>
            <a:cxnLst/>
            <a:rect l="l" t="t" r="r" b="b"/>
            <a:pathLst>
              <a:path w="0" h="1149350">
                <a:moveTo>
                  <a:pt x="0" y="1148952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10138588" y="7889740"/>
            <a:ext cx="1095375" cy="0"/>
          </a:xfrm>
          <a:custGeom>
            <a:avLst/>
            <a:gdLst/>
            <a:ahLst/>
            <a:cxnLst/>
            <a:rect l="l" t="t" r="r" b="b"/>
            <a:pathLst>
              <a:path w="1095375" h="0">
                <a:moveTo>
                  <a:pt x="0" y="0"/>
                </a:moveTo>
                <a:lnTo>
                  <a:pt x="1095375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8304471" y="8119530"/>
            <a:ext cx="2929890" cy="0"/>
          </a:xfrm>
          <a:custGeom>
            <a:avLst/>
            <a:gdLst/>
            <a:ahLst/>
            <a:cxnLst/>
            <a:rect l="l" t="t" r="r" b="b"/>
            <a:pathLst>
              <a:path w="2929890" h="0">
                <a:moveTo>
                  <a:pt x="0" y="0"/>
                </a:moveTo>
                <a:lnTo>
                  <a:pt x="2929491" y="0"/>
                </a:lnTo>
              </a:path>
            </a:pathLst>
          </a:custGeom>
          <a:ln w="2553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16226834" y="8445066"/>
            <a:ext cx="1248410" cy="13335"/>
          </a:xfrm>
          <a:custGeom>
            <a:avLst/>
            <a:gdLst/>
            <a:ahLst/>
            <a:cxnLst/>
            <a:rect l="l" t="t" r="r" b="b"/>
            <a:pathLst>
              <a:path w="1248409" h="13334">
                <a:moveTo>
                  <a:pt x="1248364" y="12766"/>
                </a:moveTo>
                <a:lnTo>
                  <a:pt x="0" y="12766"/>
                </a:lnTo>
                <a:lnTo>
                  <a:pt x="0" y="0"/>
                </a:lnTo>
                <a:lnTo>
                  <a:pt x="1248364" y="0"/>
                </a:lnTo>
                <a:lnTo>
                  <a:pt x="1248364" y="1276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6903410" y="8528047"/>
            <a:ext cx="3566795" cy="0"/>
          </a:xfrm>
          <a:custGeom>
            <a:avLst/>
            <a:gdLst/>
            <a:ahLst/>
            <a:cxnLst/>
            <a:rect l="l" t="t" r="r" b="b"/>
            <a:pathLst>
              <a:path w="3566795" h="0">
                <a:moveTo>
                  <a:pt x="0" y="0"/>
                </a:moveTo>
                <a:lnTo>
                  <a:pt x="3566337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7642151" y="8808902"/>
            <a:ext cx="2471420" cy="0"/>
          </a:xfrm>
          <a:custGeom>
            <a:avLst/>
            <a:gdLst/>
            <a:ahLst/>
            <a:cxnLst/>
            <a:rect l="l" t="t" r="r" b="b"/>
            <a:pathLst>
              <a:path w="2471420" h="0">
                <a:moveTo>
                  <a:pt x="0" y="0"/>
                </a:moveTo>
                <a:lnTo>
                  <a:pt x="2470962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 descr="$PPTXTitle"/>
          <p:cNvSpPr txBox="1">
            <a:spLocks noGrp="1"/>
          </p:cNvSpPr>
          <p:nvPr>
            <p:ph type="title"/>
          </p:nvPr>
        </p:nvSpPr>
        <p:spPr>
          <a:xfrm>
            <a:off x="944886" y="2247171"/>
            <a:ext cx="10626090" cy="2913380"/>
          </a:xfrm>
          <a:prstGeom prst="rect"/>
        </p:spPr>
        <p:txBody>
          <a:bodyPr wrap="square" lIns="0" tIns="84455" rIns="0" bIns="0" rtlCol="0" vert="horz">
            <a:spAutoFit/>
          </a:bodyPr>
          <a:lstStyle/>
          <a:p>
            <a:pPr marL="12700" marR="5080" indent="35560">
              <a:lnSpc>
                <a:spcPct val="93300"/>
              </a:lnSpc>
              <a:spcBef>
                <a:spcPts val="665"/>
              </a:spcBef>
            </a:pPr>
            <a:r>
              <a:rPr dirty="0" sz="6600" spc="-170">
                <a:solidFill>
                  <a:srgbClr val="26231D"/>
                </a:solidFill>
              </a:rPr>
              <a:t>Akka</a:t>
            </a:r>
            <a:r>
              <a:rPr dirty="0" sz="6600" spc="-380">
                <a:solidFill>
                  <a:srgbClr val="26231D"/>
                </a:solidFill>
              </a:rPr>
              <a:t> </a:t>
            </a:r>
            <a:r>
              <a:rPr dirty="0" sz="6600" spc="-240">
                <a:solidFill>
                  <a:srgbClr val="26231D"/>
                </a:solidFill>
              </a:rPr>
              <a:t>IDP:</a:t>
            </a:r>
            <a:r>
              <a:rPr dirty="0" sz="6600" spc="-560">
                <a:solidFill>
                  <a:srgbClr val="26231D"/>
                </a:solidFill>
              </a:rPr>
              <a:t> </a:t>
            </a:r>
            <a:r>
              <a:rPr dirty="0" sz="6600" spc="-10">
                <a:solidFill>
                  <a:srgbClr val="26231D"/>
                </a:solidFill>
              </a:rPr>
              <a:t>The</a:t>
            </a:r>
            <a:r>
              <a:rPr dirty="0" sz="6600" spc="-509">
                <a:solidFill>
                  <a:srgbClr val="26231D"/>
                </a:solidFill>
              </a:rPr>
              <a:t> </a:t>
            </a:r>
            <a:r>
              <a:rPr dirty="0" sz="6600" spc="-80">
                <a:solidFill>
                  <a:srgbClr val="26231D"/>
                </a:solidFill>
              </a:rPr>
              <a:t>Step-</a:t>
            </a:r>
            <a:r>
              <a:rPr dirty="0" sz="6600" spc="-60">
                <a:solidFill>
                  <a:srgbClr val="26231D"/>
                </a:solidFill>
              </a:rPr>
              <a:t>Change </a:t>
            </a:r>
            <a:r>
              <a:rPr dirty="0" sz="6600" spc="-150">
                <a:solidFill>
                  <a:srgbClr val="26231D"/>
                </a:solidFill>
              </a:rPr>
              <a:t>for</a:t>
            </a:r>
            <a:r>
              <a:rPr dirty="0" sz="6600" spc="-475">
                <a:solidFill>
                  <a:srgbClr val="26231D"/>
                </a:solidFill>
              </a:rPr>
              <a:t> </a:t>
            </a:r>
            <a:r>
              <a:rPr dirty="0" sz="6600" spc="-300">
                <a:solidFill>
                  <a:srgbClr val="26231D"/>
                </a:solidFill>
              </a:rPr>
              <a:t>Ente·prise</a:t>
            </a:r>
            <a:r>
              <a:rPr dirty="0" sz="6600" spc="114">
                <a:solidFill>
                  <a:srgbClr val="26231D"/>
                </a:solidFill>
              </a:rPr>
              <a:t> </a:t>
            </a:r>
            <a:r>
              <a:rPr dirty="0" sz="6600" spc="-110">
                <a:solidFill>
                  <a:srgbClr val="26231D"/>
                </a:solidFill>
              </a:rPr>
              <a:t>Al</a:t>
            </a:r>
            <a:r>
              <a:rPr dirty="0" sz="6600" spc="-690">
                <a:solidFill>
                  <a:srgbClr val="26231D"/>
                </a:solidFill>
              </a:rPr>
              <a:t> </a:t>
            </a:r>
            <a:r>
              <a:rPr dirty="0" sz="6600" spc="-30">
                <a:solidFill>
                  <a:srgbClr val="26231D"/>
                </a:solidFill>
              </a:rPr>
              <a:t>Document </a:t>
            </a:r>
            <a:r>
              <a:rPr dirty="0" sz="6600" spc="-130">
                <a:solidFill>
                  <a:srgbClr val="26231D"/>
                </a:solidFill>
              </a:rPr>
              <a:t>Processing</a:t>
            </a:r>
            <a:endParaRPr sz="6600"/>
          </a:p>
        </p:txBody>
      </p:sp>
      <p:sp>
        <p:nvSpPr>
          <p:cNvPr id="26" name="object 26"/>
          <p:cNvSpPr txBox="1"/>
          <p:nvPr/>
        </p:nvSpPr>
        <p:spPr>
          <a:xfrm>
            <a:off x="950376" y="5457857"/>
            <a:ext cx="7788909" cy="1738630"/>
          </a:xfrm>
          <a:prstGeom prst="rect">
            <a:avLst/>
          </a:prstGeom>
        </p:spPr>
        <p:txBody>
          <a:bodyPr wrap="square" lIns="0" tIns="54610" rIns="0" bIns="0" rtlCol="0" vert="horz">
            <a:spAutoFit/>
          </a:bodyPr>
          <a:lstStyle/>
          <a:p>
            <a:pPr marL="12700" marR="5080" indent="13335">
              <a:lnSpc>
                <a:spcPts val="4420"/>
              </a:lnSpc>
              <a:spcBef>
                <a:spcPts val="430"/>
              </a:spcBef>
            </a:pPr>
            <a:r>
              <a:rPr dirty="0" sz="3850">
                <a:solidFill>
                  <a:srgbClr val="26231D"/>
                </a:solidFill>
                <a:latin typeface="Times New Roman"/>
                <a:cs typeface="Times New Roman"/>
              </a:rPr>
              <a:t>An</a:t>
            </a:r>
            <a:r>
              <a:rPr dirty="0" sz="3850" spc="-165">
                <a:solidFill>
                  <a:srgbClr val="26231D"/>
                </a:solidFill>
                <a:latin typeface="Times New Roman"/>
                <a:cs typeface="Times New Roman"/>
              </a:rPr>
              <a:t> </a:t>
            </a:r>
            <a:r>
              <a:rPr dirty="0" sz="3850">
                <a:solidFill>
                  <a:srgbClr val="26231D"/>
                </a:solidFill>
                <a:latin typeface="Times New Roman"/>
                <a:cs typeface="Times New Roman"/>
              </a:rPr>
              <a:t>Executive</a:t>
            </a:r>
            <a:r>
              <a:rPr dirty="0" sz="3850" spc="114">
                <a:solidFill>
                  <a:srgbClr val="26231D"/>
                </a:solidFill>
                <a:latin typeface="Times New Roman"/>
                <a:cs typeface="Times New Roman"/>
              </a:rPr>
              <a:t> </a:t>
            </a:r>
            <a:r>
              <a:rPr dirty="0" sz="3850" spc="65">
                <a:solidFill>
                  <a:srgbClr val="26231D"/>
                </a:solidFill>
                <a:latin typeface="Times New Roman"/>
                <a:cs typeface="Times New Roman"/>
              </a:rPr>
              <a:t>Leadership</a:t>
            </a:r>
            <a:r>
              <a:rPr dirty="0" sz="3850" spc="-40">
                <a:solidFill>
                  <a:srgbClr val="26231D"/>
                </a:solidFill>
                <a:latin typeface="Times New Roman"/>
                <a:cs typeface="Times New Roman"/>
              </a:rPr>
              <a:t> </a:t>
            </a:r>
            <a:r>
              <a:rPr dirty="0" sz="3850" spc="85">
                <a:solidFill>
                  <a:srgbClr val="26231D"/>
                </a:solidFill>
                <a:latin typeface="Times New Roman"/>
                <a:cs typeface="Times New Roman"/>
              </a:rPr>
              <a:t>Presentation </a:t>
            </a:r>
            <a:r>
              <a:rPr dirty="0" sz="3850" spc="170">
                <a:solidFill>
                  <a:srgbClr val="26231D"/>
                </a:solidFill>
                <a:latin typeface="Times New Roman"/>
                <a:cs typeface="Times New Roman"/>
              </a:rPr>
              <a:t>on</a:t>
            </a:r>
            <a:r>
              <a:rPr dirty="0" sz="3850" spc="-65">
                <a:solidFill>
                  <a:srgbClr val="26231D"/>
                </a:solidFill>
                <a:latin typeface="Times New Roman"/>
                <a:cs typeface="Times New Roman"/>
              </a:rPr>
              <a:t> </a:t>
            </a:r>
            <a:r>
              <a:rPr dirty="0" sz="3850">
                <a:solidFill>
                  <a:srgbClr val="26231D"/>
                </a:solidFill>
                <a:latin typeface="Times New Roman"/>
                <a:cs typeface="Times New Roman"/>
              </a:rPr>
              <a:t>Building</a:t>
            </a:r>
            <a:r>
              <a:rPr dirty="0" sz="3850" spc="25">
                <a:solidFill>
                  <a:srgbClr val="26231D"/>
                </a:solidFill>
                <a:latin typeface="Times New Roman"/>
                <a:cs typeface="Times New Roman"/>
              </a:rPr>
              <a:t> </a:t>
            </a:r>
            <a:r>
              <a:rPr dirty="0" sz="3850">
                <a:solidFill>
                  <a:srgbClr val="26231D"/>
                </a:solidFill>
                <a:latin typeface="Times New Roman"/>
                <a:cs typeface="Times New Roman"/>
              </a:rPr>
              <a:t>a</a:t>
            </a:r>
            <a:r>
              <a:rPr dirty="0" sz="3850" spc="140">
                <a:solidFill>
                  <a:srgbClr val="26231D"/>
                </a:solidFill>
                <a:latin typeface="Times New Roman"/>
                <a:cs typeface="Times New Roman"/>
              </a:rPr>
              <a:t> </a:t>
            </a:r>
            <a:r>
              <a:rPr dirty="0" sz="3850">
                <a:solidFill>
                  <a:srgbClr val="26231D"/>
                </a:solidFill>
                <a:latin typeface="Times New Roman"/>
                <a:cs typeface="Times New Roman"/>
              </a:rPr>
              <a:t>Resilient,</a:t>
            </a:r>
            <a:r>
              <a:rPr dirty="0" sz="3850" spc="60">
                <a:solidFill>
                  <a:srgbClr val="26231D"/>
                </a:solidFill>
                <a:latin typeface="Times New Roman"/>
                <a:cs typeface="Times New Roman"/>
              </a:rPr>
              <a:t> </a:t>
            </a:r>
            <a:r>
              <a:rPr dirty="0" sz="3850">
                <a:solidFill>
                  <a:srgbClr val="26231D"/>
                </a:solidFill>
                <a:latin typeface="Times New Roman"/>
                <a:cs typeface="Times New Roman"/>
              </a:rPr>
              <a:t>Agentic,</a:t>
            </a:r>
            <a:r>
              <a:rPr dirty="0" sz="3850" spc="150">
                <a:solidFill>
                  <a:srgbClr val="26231D"/>
                </a:solidFill>
                <a:latin typeface="Times New Roman"/>
                <a:cs typeface="Times New Roman"/>
              </a:rPr>
              <a:t> </a:t>
            </a:r>
            <a:r>
              <a:rPr dirty="0" sz="3850" spc="160">
                <a:solidFill>
                  <a:srgbClr val="26231D"/>
                </a:solidFill>
                <a:latin typeface="Times New Roman"/>
                <a:cs typeface="Times New Roman"/>
              </a:rPr>
              <a:t>and </a:t>
            </a:r>
            <a:r>
              <a:rPr dirty="0" sz="3850">
                <a:solidFill>
                  <a:srgbClr val="26231D"/>
                </a:solidFill>
                <a:latin typeface="Times New Roman"/>
                <a:cs typeface="Times New Roman"/>
              </a:rPr>
              <a:t>Scalable</a:t>
            </a:r>
            <a:r>
              <a:rPr dirty="0" sz="3850" spc="360">
                <a:solidFill>
                  <a:srgbClr val="26231D"/>
                </a:solidFill>
                <a:latin typeface="Times New Roman"/>
                <a:cs typeface="Times New Roman"/>
              </a:rPr>
              <a:t> </a:t>
            </a:r>
            <a:r>
              <a:rPr dirty="0" sz="3850" spc="45">
                <a:solidFill>
                  <a:srgbClr val="26231D"/>
                </a:solidFill>
                <a:latin typeface="Times New Roman"/>
                <a:cs typeface="Times New Roman"/>
              </a:rPr>
              <a:t>Framework</a:t>
            </a:r>
            <a:endParaRPr sz="385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16273478" y="9536139"/>
            <a:ext cx="38735" cy="217804"/>
          </a:xfrm>
          <a:custGeom>
            <a:avLst/>
            <a:gdLst/>
            <a:ahLst/>
            <a:cxnLst/>
            <a:rect l="l" t="t" r="r" b="b"/>
            <a:pathLst>
              <a:path w="38734" h="217804">
                <a:moveTo>
                  <a:pt x="38210" y="217460"/>
                </a:moveTo>
                <a:lnTo>
                  <a:pt x="0" y="217460"/>
                </a:lnTo>
                <a:lnTo>
                  <a:pt x="0" y="0"/>
                </a:lnTo>
                <a:lnTo>
                  <a:pt x="38210" y="0"/>
                </a:lnTo>
                <a:lnTo>
                  <a:pt x="38210" y="217460"/>
                </a:lnTo>
                <a:close/>
              </a:path>
            </a:pathLst>
          </a:custGeom>
          <a:solidFill>
            <a:srgbClr val="DBD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16260787" y="9402597"/>
            <a:ext cx="1141730" cy="36004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43510">
              <a:lnSpc>
                <a:spcPts val="1315"/>
              </a:lnSpc>
              <a:spcBef>
                <a:spcPts val="105"/>
              </a:spcBef>
            </a:pPr>
            <a:r>
              <a:rPr dirty="0" sz="1350" spc="-10">
                <a:solidFill>
                  <a:srgbClr val="26231D"/>
                </a:solidFill>
                <a:latin typeface="Arial"/>
                <a:cs typeface="Arial"/>
              </a:rPr>
              <a:t>NotebookLM</a:t>
            </a:r>
            <a:endParaRPr sz="1350">
              <a:latin typeface="Arial"/>
              <a:cs typeface="Arial"/>
            </a:endParaRPr>
          </a:p>
          <a:p>
            <a:pPr marL="12700">
              <a:lnSpc>
                <a:spcPts val="1315"/>
              </a:lnSpc>
            </a:pPr>
            <a:r>
              <a:rPr dirty="0" sz="1350" spc="-50">
                <a:solidFill>
                  <a:srgbClr val="BAB6AE"/>
                </a:solidFill>
                <a:latin typeface="Times New Roman"/>
                <a:cs typeface="Times New Roman"/>
              </a:rPr>
              <a:t>I</a:t>
            </a:r>
            <a:endParaRPr sz="13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24031" y="3396058"/>
            <a:ext cx="458529" cy="22979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95375" y="5821626"/>
            <a:ext cx="789688" cy="79150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15162" y="7328031"/>
            <a:ext cx="1095374" cy="104682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852463" y="8272726"/>
            <a:ext cx="1171796" cy="408516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5972091" y="3344994"/>
            <a:ext cx="738741" cy="485113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450793" y="3855639"/>
            <a:ext cx="1018953" cy="99575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450793" y="5285449"/>
            <a:ext cx="1018953" cy="1046823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9476267" y="6919514"/>
            <a:ext cx="917058" cy="71490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9654584" y="8579114"/>
            <a:ext cx="815162" cy="510645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6124936" y="4902464"/>
            <a:ext cx="764215" cy="791501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6354209" y="8042936"/>
            <a:ext cx="585898" cy="382984"/>
          </a:xfrm>
          <a:prstGeom prst="rect">
            <a:avLst/>
          </a:prstGeom>
        </p:spPr>
      </p:pic>
      <p:sp>
        <p:nvSpPr>
          <p:cNvPr id="13" name="object 13"/>
          <p:cNvSpPr/>
          <p:nvPr/>
        </p:nvSpPr>
        <p:spPr>
          <a:xfrm>
            <a:off x="942532" y="5566302"/>
            <a:ext cx="0" cy="1047115"/>
          </a:xfrm>
          <a:custGeom>
            <a:avLst/>
            <a:gdLst/>
            <a:ahLst/>
            <a:cxnLst/>
            <a:rect l="l" t="t" r="r" b="b"/>
            <a:pathLst>
              <a:path w="0" h="1047115">
                <a:moveTo>
                  <a:pt x="0" y="1046823"/>
                </a:moveTo>
                <a:lnTo>
                  <a:pt x="0" y="0"/>
                </a:lnTo>
              </a:path>
            </a:pathLst>
          </a:custGeom>
          <a:ln w="7642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6686882" y="6664190"/>
            <a:ext cx="0" cy="2068195"/>
          </a:xfrm>
          <a:custGeom>
            <a:avLst/>
            <a:gdLst/>
            <a:ahLst/>
            <a:cxnLst/>
            <a:rect l="l" t="t" r="r" b="b"/>
            <a:pathLst>
              <a:path w="0" h="2068195">
                <a:moveTo>
                  <a:pt x="0" y="2068114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6686882" y="4621608"/>
            <a:ext cx="0" cy="1047115"/>
          </a:xfrm>
          <a:custGeom>
            <a:avLst/>
            <a:gdLst/>
            <a:ahLst/>
            <a:cxnLst/>
            <a:rect l="l" t="t" r="r" b="b"/>
            <a:pathLst>
              <a:path w="0" h="1047114">
                <a:moveTo>
                  <a:pt x="0" y="1046823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7973311" y="3498187"/>
            <a:ext cx="0" cy="4774565"/>
          </a:xfrm>
          <a:custGeom>
            <a:avLst/>
            <a:gdLst/>
            <a:ahLst/>
            <a:cxnLst/>
            <a:rect l="l" t="t" r="r" b="b"/>
            <a:pathLst>
              <a:path w="0" h="4774565">
                <a:moveTo>
                  <a:pt x="0" y="4774537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8750263" y="2093912"/>
            <a:ext cx="0" cy="6996430"/>
          </a:xfrm>
          <a:custGeom>
            <a:avLst/>
            <a:gdLst/>
            <a:ahLst/>
            <a:cxnLst/>
            <a:rect l="l" t="t" r="r" b="b"/>
            <a:pathLst>
              <a:path w="0" h="6996430">
                <a:moveTo>
                  <a:pt x="0" y="6995845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9552689" y="8093998"/>
            <a:ext cx="0" cy="996315"/>
          </a:xfrm>
          <a:custGeom>
            <a:avLst/>
            <a:gdLst/>
            <a:ahLst/>
            <a:cxnLst/>
            <a:rect l="l" t="t" r="r" b="b"/>
            <a:pathLst>
              <a:path w="0" h="996315">
                <a:moveTo>
                  <a:pt x="0" y="995759"/>
                </a:moveTo>
                <a:lnTo>
                  <a:pt x="0" y="0"/>
                </a:lnTo>
              </a:path>
            </a:pathLst>
          </a:custGeom>
          <a:ln w="5094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10393326" y="7047175"/>
            <a:ext cx="0" cy="485140"/>
          </a:xfrm>
          <a:custGeom>
            <a:avLst/>
            <a:gdLst/>
            <a:ahLst/>
            <a:cxnLst/>
            <a:rect l="l" t="t" r="r" b="b"/>
            <a:pathLst>
              <a:path w="0" h="485140">
                <a:moveTo>
                  <a:pt x="0" y="485113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16647152" y="6664190"/>
            <a:ext cx="0" cy="1379220"/>
          </a:xfrm>
          <a:custGeom>
            <a:avLst/>
            <a:gdLst/>
            <a:ahLst/>
            <a:cxnLst/>
            <a:rect l="l" t="t" r="r" b="b"/>
            <a:pathLst>
              <a:path w="0" h="1379220">
                <a:moveTo>
                  <a:pt x="0" y="1378743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5782561" y="3383292"/>
            <a:ext cx="2242185" cy="0"/>
          </a:xfrm>
          <a:custGeom>
            <a:avLst/>
            <a:gdLst/>
            <a:ahLst/>
            <a:cxnLst/>
            <a:rect l="l" t="t" r="r" b="b"/>
            <a:pathLst>
              <a:path w="2242184" h="0">
                <a:moveTo>
                  <a:pt x="0" y="0"/>
                </a:moveTo>
                <a:lnTo>
                  <a:pt x="2241697" y="0"/>
                </a:lnTo>
              </a:path>
            </a:pathLst>
          </a:custGeom>
          <a:ln w="3829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815162" y="5719496"/>
            <a:ext cx="866140" cy="0"/>
          </a:xfrm>
          <a:custGeom>
            <a:avLst/>
            <a:gdLst/>
            <a:ahLst/>
            <a:cxnLst/>
            <a:rect l="l" t="t" r="r" b="b"/>
            <a:pathLst>
              <a:path w="866139" h="0">
                <a:moveTo>
                  <a:pt x="0" y="0"/>
                </a:moveTo>
                <a:lnTo>
                  <a:pt x="866110" y="0"/>
                </a:lnTo>
              </a:path>
            </a:pathLst>
          </a:custGeom>
          <a:ln w="10212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9781954" y="6881214"/>
            <a:ext cx="586105" cy="0"/>
          </a:xfrm>
          <a:custGeom>
            <a:avLst/>
            <a:gdLst/>
            <a:ahLst/>
            <a:cxnLst/>
            <a:rect l="l" t="t" r="r" b="b"/>
            <a:pathLst>
              <a:path w="586104" h="0">
                <a:moveTo>
                  <a:pt x="0" y="0"/>
                </a:moveTo>
                <a:lnTo>
                  <a:pt x="585898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9578163" y="8132297"/>
            <a:ext cx="586105" cy="0"/>
          </a:xfrm>
          <a:custGeom>
            <a:avLst/>
            <a:gdLst/>
            <a:ahLst/>
            <a:cxnLst/>
            <a:rect l="l" t="t" r="r" b="b"/>
            <a:pathLst>
              <a:path w="586104" h="0">
                <a:moveTo>
                  <a:pt x="0" y="0"/>
                </a:moveTo>
                <a:lnTo>
                  <a:pt x="585898" y="0"/>
                </a:lnTo>
              </a:path>
            </a:pathLst>
          </a:custGeom>
          <a:ln w="2553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9680058" y="8425918"/>
            <a:ext cx="459105" cy="0"/>
          </a:xfrm>
          <a:custGeom>
            <a:avLst/>
            <a:gdLst/>
            <a:ahLst/>
            <a:cxnLst/>
            <a:rect l="l" t="t" r="r" b="b"/>
            <a:pathLst>
              <a:path w="459104" h="0">
                <a:moveTo>
                  <a:pt x="0" y="0"/>
                </a:moveTo>
                <a:lnTo>
                  <a:pt x="458529" y="0"/>
                </a:lnTo>
              </a:path>
            </a:pathLst>
          </a:custGeom>
          <a:ln w="5106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6419407" y="8642942"/>
            <a:ext cx="433070" cy="0"/>
          </a:xfrm>
          <a:custGeom>
            <a:avLst/>
            <a:gdLst/>
            <a:ahLst/>
            <a:cxnLst/>
            <a:rect l="l" t="t" r="r" b="b"/>
            <a:pathLst>
              <a:path w="433070" h="0">
                <a:moveTo>
                  <a:pt x="0" y="0"/>
                </a:moveTo>
                <a:lnTo>
                  <a:pt x="433055" y="0"/>
                </a:lnTo>
              </a:path>
            </a:pathLst>
          </a:custGeom>
          <a:ln w="2553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99695">
              <a:lnSpc>
                <a:spcPct val="100000"/>
              </a:lnSpc>
              <a:spcBef>
                <a:spcPts val="125"/>
              </a:spcBef>
            </a:pPr>
            <a:r>
              <a:rPr dirty="0" sz="5150" spc="-190">
                <a:solidFill>
                  <a:srgbClr val="151311"/>
                </a:solidFill>
              </a:rPr>
              <a:t>We've</a:t>
            </a:r>
            <a:r>
              <a:rPr dirty="0" sz="5150" spc="-285">
                <a:solidFill>
                  <a:srgbClr val="151311"/>
                </a:solidFill>
              </a:rPr>
              <a:t> </a:t>
            </a:r>
            <a:r>
              <a:rPr dirty="0" sz="5150" spc="-210">
                <a:solidFill>
                  <a:srgbClr val="151311"/>
                </a:solidFill>
              </a:rPr>
              <a:t>Reached</a:t>
            </a:r>
            <a:r>
              <a:rPr dirty="0" sz="5150" spc="-150">
                <a:solidFill>
                  <a:srgbClr val="151311"/>
                </a:solidFill>
              </a:rPr>
              <a:t> </a:t>
            </a:r>
            <a:r>
              <a:rPr dirty="0" sz="5150" spc="-35">
                <a:solidFill>
                  <a:srgbClr val="151311"/>
                </a:solidFill>
              </a:rPr>
              <a:t>the</a:t>
            </a:r>
            <a:r>
              <a:rPr dirty="0" sz="5150" spc="-495">
                <a:solidFill>
                  <a:srgbClr val="151311"/>
                </a:solidFill>
              </a:rPr>
              <a:t> </a:t>
            </a:r>
            <a:r>
              <a:rPr dirty="0" sz="5150" spc="-215">
                <a:solidFill>
                  <a:srgbClr val="151311"/>
                </a:solidFill>
              </a:rPr>
              <a:t>Limits</a:t>
            </a:r>
            <a:r>
              <a:rPr dirty="0" sz="5150" spc="-190">
                <a:solidFill>
                  <a:srgbClr val="151311"/>
                </a:solidFill>
              </a:rPr>
              <a:t> </a:t>
            </a:r>
            <a:r>
              <a:rPr dirty="0" sz="5150" spc="-105">
                <a:solidFill>
                  <a:srgbClr val="151311"/>
                </a:solidFill>
              </a:rPr>
              <a:t>of</a:t>
            </a:r>
            <a:r>
              <a:rPr dirty="0" sz="5150" spc="-310">
                <a:solidFill>
                  <a:srgbClr val="151311"/>
                </a:solidFill>
              </a:rPr>
              <a:t> </a:t>
            </a:r>
            <a:r>
              <a:rPr dirty="0" sz="5150" spc="-225">
                <a:solidFill>
                  <a:srgbClr val="151311"/>
                </a:solidFill>
              </a:rPr>
              <a:t>Our</a:t>
            </a:r>
            <a:r>
              <a:rPr dirty="0" sz="5150" spc="-265">
                <a:solidFill>
                  <a:srgbClr val="151311"/>
                </a:solidFill>
              </a:rPr>
              <a:t> </a:t>
            </a:r>
            <a:r>
              <a:rPr dirty="0" sz="5150" spc="-110">
                <a:solidFill>
                  <a:srgbClr val="151311"/>
                </a:solidFill>
              </a:rPr>
              <a:t>Current</a:t>
            </a:r>
            <a:r>
              <a:rPr dirty="0" sz="5150" spc="-40">
                <a:solidFill>
                  <a:srgbClr val="151311"/>
                </a:solidFill>
              </a:rPr>
              <a:t> </a:t>
            </a:r>
            <a:r>
              <a:rPr dirty="0" sz="5150" spc="-114">
                <a:solidFill>
                  <a:srgbClr val="151311"/>
                </a:solidFill>
              </a:rPr>
              <a:t>Architecture</a:t>
            </a:r>
            <a:endParaRPr sz="5150"/>
          </a:p>
        </p:txBody>
      </p:sp>
      <p:sp>
        <p:nvSpPr>
          <p:cNvPr id="33" name="object 3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00"/>
              </a:lnSpc>
            </a:pPr>
            <a:r>
              <a:rPr dirty="0" sz="1300" spc="-20"/>
              <a:t>Isl\</a:t>
            </a:r>
            <a:r>
              <a:rPr dirty="0" sz="1300" spc="-45"/>
              <a:t> </a:t>
            </a:r>
            <a:r>
              <a:rPr dirty="0" spc="-10">
                <a:solidFill>
                  <a:srgbClr val="151311"/>
                </a:solidFill>
              </a:rPr>
              <a:t>N</a:t>
            </a:r>
            <a:r>
              <a:rPr dirty="0" spc="-10"/>
              <a:t>otebookL</a:t>
            </a:r>
            <a:r>
              <a:rPr dirty="0" spc="-10">
                <a:solidFill>
                  <a:srgbClr val="151311"/>
                </a:solidFill>
              </a:rPr>
              <a:t>M</a:t>
            </a:r>
            <a:endParaRPr sz="1300"/>
          </a:p>
        </p:txBody>
      </p:sp>
      <p:sp>
        <p:nvSpPr>
          <p:cNvPr id="28" name="object 28"/>
          <p:cNvSpPr txBox="1">
            <a:spLocks noGrp="1"/>
          </p:cNvSpPr>
          <p:nvPr>
            <p:ph idx="2" sz="half"/>
          </p:nvPr>
        </p:nvSpPr>
        <p:spPr>
          <a:prstGeom prst="rect"/>
        </p:spPr>
        <p:txBody>
          <a:bodyPr wrap="square" lIns="0" tIns="57785" rIns="0" bIns="0" rtlCol="0" vert="horz">
            <a:spAutoFit/>
          </a:bodyPr>
          <a:lstStyle/>
          <a:p>
            <a:pPr marL="69215">
              <a:lnSpc>
                <a:spcPct val="100000"/>
              </a:lnSpc>
              <a:spcBef>
                <a:spcPts val="455"/>
              </a:spcBef>
            </a:pPr>
            <a:r>
              <a:rPr dirty="0" spc="-225"/>
              <a:t>A</a:t>
            </a:r>
            <a:r>
              <a:rPr dirty="0" spc="-370"/>
              <a:t> </a:t>
            </a:r>
            <a:r>
              <a:rPr dirty="0" spc="-175"/>
              <a:t>Solid</a:t>
            </a:r>
            <a:r>
              <a:rPr dirty="0" spc="-270"/>
              <a:t> </a:t>
            </a:r>
            <a:r>
              <a:rPr dirty="0" spc="-95"/>
              <a:t>Foundation</a:t>
            </a:r>
          </a:p>
          <a:p>
            <a:pPr marL="50800">
              <a:lnSpc>
                <a:spcPct val="100000"/>
              </a:lnSpc>
              <a:spcBef>
                <a:spcPts val="270"/>
              </a:spcBef>
            </a:pPr>
            <a:r>
              <a:rPr dirty="0" sz="3200" spc="-60" b="0">
                <a:latin typeface="Times New Roman"/>
                <a:cs typeface="Times New Roman"/>
              </a:rPr>
              <a:t>What</a:t>
            </a:r>
            <a:r>
              <a:rPr dirty="0" sz="3200" spc="-10" b="0">
                <a:latin typeface="Times New Roman"/>
                <a:cs typeface="Times New Roman"/>
              </a:rPr>
              <a:t> </a:t>
            </a:r>
            <a:r>
              <a:rPr dirty="0" sz="3200" spc="-200" b="0">
                <a:latin typeface="Times New Roman"/>
                <a:cs typeface="Times New Roman"/>
              </a:rPr>
              <a:t>IDP</a:t>
            </a:r>
            <a:r>
              <a:rPr dirty="0" sz="3200" spc="-380" b="0">
                <a:latin typeface="Times New Roman"/>
                <a:cs typeface="Times New Roman"/>
              </a:rPr>
              <a:t> </a:t>
            </a:r>
            <a:r>
              <a:rPr dirty="0" sz="3200" spc="-65" b="0">
                <a:latin typeface="Times New Roman"/>
                <a:cs typeface="Times New Roman"/>
              </a:rPr>
              <a:t>1.75</a:t>
            </a:r>
            <a:r>
              <a:rPr dirty="0" sz="3200" spc="-160" b="0">
                <a:latin typeface="Times New Roman"/>
                <a:cs typeface="Times New Roman"/>
              </a:rPr>
              <a:t> </a:t>
            </a:r>
            <a:r>
              <a:rPr dirty="0" sz="3200" spc="-135" b="0">
                <a:latin typeface="Times New Roman"/>
                <a:cs typeface="Times New Roman"/>
              </a:rPr>
              <a:t>Delivers</a:t>
            </a:r>
            <a:r>
              <a:rPr dirty="0" sz="3200" spc="-100" b="0">
                <a:latin typeface="Times New Roman"/>
                <a:cs typeface="Times New Roman"/>
              </a:rPr>
              <a:t> </a:t>
            </a:r>
            <a:r>
              <a:rPr dirty="0" sz="3200" spc="-10" b="0">
                <a:latin typeface="Times New Roman"/>
                <a:cs typeface="Times New Roman"/>
              </a:rPr>
              <a:t>Today</a:t>
            </a:r>
            <a:endParaRPr sz="3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980"/>
              </a:spcBef>
            </a:pPr>
            <a:endParaRPr sz="3200">
              <a:latin typeface="Times New Roman"/>
              <a:cs typeface="Times New Roman"/>
            </a:endParaRPr>
          </a:p>
          <a:p>
            <a:pPr marL="12700">
              <a:lnSpc>
                <a:spcPts val="3210"/>
              </a:lnSpc>
              <a:tabLst>
                <a:tab pos="1490345" algn="l"/>
              </a:tabLst>
            </a:pPr>
            <a:r>
              <a:rPr dirty="0" u="heavy" sz="2750" spc="910" b="0">
                <a:solidFill>
                  <a:srgbClr val="314454"/>
                </a:solidFill>
                <a:uFill>
                  <a:solidFill>
                    <a:srgbClr val="314454"/>
                  </a:solidFill>
                </a:uFill>
                <a:latin typeface="Arial"/>
                <a:cs typeface="Arial"/>
              </a:rPr>
              <a:t>�=-</a:t>
            </a:r>
            <a:r>
              <a:rPr dirty="0" u="heavy" sz="2750" spc="665" b="0">
                <a:solidFill>
                  <a:srgbClr val="314454"/>
                </a:solidFill>
                <a:uFill>
                  <a:solidFill>
                    <a:srgbClr val="314454"/>
                  </a:solidFill>
                </a:uFill>
                <a:latin typeface="Arial"/>
                <a:cs typeface="Arial"/>
              </a:rPr>
              <a:t>J</a:t>
            </a:r>
            <a:r>
              <a:rPr dirty="0" u="none" sz="2750" b="0">
                <a:solidFill>
                  <a:srgbClr val="314454"/>
                </a:solidFill>
                <a:latin typeface="Arial"/>
                <a:cs typeface="Arial"/>
              </a:rPr>
              <a:t>	</a:t>
            </a:r>
            <a:r>
              <a:rPr dirty="0" u="none" sz="2750" spc="-50" b="0">
                <a:latin typeface="Arial"/>
                <a:cs typeface="Arial"/>
              </a:rPr>
              <a:t>Config-</a:t>
            </a:r>
            <a:r>
              <a:rPr dirty="0" u="none" sz="2750" spc="-20" b="0">
                <a:latin typeface="Arial"/>
                <a:cs typeface="Arial"/>
              </a:rPr>
              <a:t>first</a:t>
            </a:r>
            <a:r>
              <a:rPr dirty="0" u="none" sz="2750" spc="-35" b="0">
                <a:latin typeface="Arial"/>
                <a:cs typeface="Arial"/>
              </a:rPr>
              <a:t> </a:t>
            </a:r>
            <a:r>
              <a:rPr dirty="0" u="none" sz="2750" spc="-80" b="0">
                <a:latin typeface="Arial"/>
                <a:cs typeface="Arial"/>
              </a:rPr>
              <a:t>processing</a:t>
            </a:r>
            <a:r>
              <a:rPr dirty="0" u="none" sz="2750" spc="-175" b="0">
                <a:latin typeface="Arial"/>
                <a:cs typeface="Arial"/>
              </a:rPr>
              <a:t> </a:t>
            </a:r>
            <a:r>
              <a:rPr dirty="0" u="none" sz="2750" spc="-55" b="0">
                <a:latin typeface="Arial"/>
                <a:cs typeface="Arial"/>
              </a:rPr>
              <a:t>across</a:t>
            </a:r>
            <a:endParaRPr sz="2750">
              <a:latin typeface="Arial"/>
              <a:cs typeface="Arial"/>
            </a:endParaRPr>
          </a:p>
          <a:p>
            <a:pPr marL="36830">
              <a:lnSpc>
                <a:spcPts val="3210"/>
              </a:lnSpc>
              <a:tabLst>
                <a:tab pos="1443990" algn="l"/>
              </a:tabLst>
            </a:pPr>
            <a:r>
              <a:rPr dirty="0" sz="2600" spc="-25" b="0" i="1">
                <a:solidFill>
                  <a:srgbClr val="314454"/>
                </a:solidFill>
                <a:latin typeface="Verdana"/>
                <a:cs typeface="Verdana"/>
              </a:rPr>
              <a:t>�=-</a:t>
            </a:r>
            <a:r>
              <a:rPr dirty="0" sz="2600" b="0" i="1">
                <a:solidFill>
                  <a:srgbClr val="314454"/>
                </a:solidFill>
                <a:latin typeface="Verdana"/>
                <a:cs typeface="Verdana"/>
              </a:rPr>
              <a:t>	</a:t>
            </a:r>
            <a:r>
              <a:rPr dirty="0" sz="2750" b="0">
                <a:latin typeface="Arial"/>
                <a:cs typeface="Arial"/>
              </a:rPr>
              <a:t>email</a:t>
            </a:r>
            <a:r>
              <a:rPr dirty="0" sz="2750" spc="-320" b="0">
                <a:latin typeface="Arial"/>
                <a:cs typeface="Arial"/>
              </a:rPr>
              <a:t> </a:t>
            </a:r>
            <a:r>
              <a:rPr dirty="0" sz="2750" spc="-40" b="0">
                <a:latin typeface="Arial"/>
                <a:cs typeface="Arial"/>
              </a:rPr>
              <a:t>and</a:t>
            </a:r>
            <a:r>
              <a:rPr dirty="0" sz="2750" spc="-185" b="0">
                <a:latin typeface="Arial"/>
                <a:cs typeface="Arial"/>
              </a:rPr>
              <a:t> </a:t>
            </a:r>
            <a:r>
              <a:rPr dirty="0" sz="2750" spc="-50" b="0">
                <a:latin typeface="Arial"/>
                <a:cs typeface="Arial"/>
              </a:rPr>
              <a:t>paper</a:t>
            </a:r>
            <a:r>
              <a:rPr dirty="0" sz="2750" spc="-155" b="0">
                <a:latin typeface="Arial"/>
                <a:cs typeface="Arial"/>
              </a:rPr>
              <a:t> </a:t>
            </a:r>
            <a:r>
              <a:rPr dirty="0" sz="2750" spc="-10" b="0">
                <a:latin typeface="Arial"/>
                <a:cs typeface="Arial"/>
              </a:rPr>
              <a:t>channels.</a:t>
            </a:r>
            <a:endParaRPr sz="27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7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2750">
              <a:latin typeface="Arial"/>
              <a:cs typeface="Arial"/>
            </a:endParaRPr>
          </a:p>
          <a:p>
            <a:pPr marL="1443990" marR="242570" indent="-635">
              <a:lnSpc>
                <a:spcPts val="3220"/>
              </a:lnSpc>
              <a:spcBef>
                <a:spcPts val="5"/>
              </a:spcBef>
            </a:pPr>
            <a:r>
              <a:rPr dirty="0" sz="2750" spc="-40" b="0">
                <a:latin typeface="Arial"/>
                <a:cs typeface="Arial"/>
              </a:rPr>
              <a:t>Multipage</a:t>
            </a:r>
            <a:r>
              <a:rPr dirty="0" sz="2750" spc="-235" b="0">
                <a:latin typeface="Arial"/>
                <a:cs typeface="Arial"/>
              </a:rPr>
              <a:t> </a:t>
            </a:r>
            <a:r>
              <a:rPr dirty="0" sz="2750" spc="-25" b="0">
                <a:latin typeface="Arial"/>
                <a:cs typeface="Arial"/>
              </a:rPr>
              <a:t>classification</a:t>
            </a:r>
            <a:r>
              <a:rPr dirty="0" sz="2750" spc="-305" b="0">
                <a:latin typeface="Arial"/>
                <a:cs typeface="Arial"/>
              </a:rPr>
              <a:t> </a:t>
            </a:r>
            <a:r>
              <a:rPr dirty="0" sz="2750" spc="75" b="0">
                <a:latin typeface="Arial"/>
                <a:cs typeface="Arial"/>
              </a:rPr>
              <a:t>&amp; </a:t>
            </a:r>
            <a:r>
              <a:rPr dirty="0" sz="2750" spc="-20" b="0">
                <a:latin typeface="Arial"/>
                <a:cs typeface="Arial"/>
              </a:rPr>
              <a:t>extraction</a:t>
            </a:r>
            <a:r>
              <a:rPr dirty="0" sz="2750" spc="-150" b="0">
                <a:latin typeface="Arial"/>
                <a:cs typeface="Arial"/>
              </a:rPr>
              <a:t> </a:t>
            </a:r>
            <a:r>
              <a:rPr dirty="0" sz="2750" spc="80" b="0">
                <a:latin typeface="Arial"/>
                <a:cs typeface="Arial"/>
              </a:rPr>
              <a:t>with</a:t>
            </a:r>
            <a:r>
              <a:rPr dirty="0" sz="2750" spc="-280" b="0">
                <a:latin typeface="Arial"/>
                <a:cs typeface="Arial"/>
              </a:rPr>
              <a:t> </a:t>
            </a:r>
            <a:r>
              <a:rPr dirty="0" sz="2750" spc="-20" b="0">
                <a:latin typeface="Arial"/>
                <a:cs typeface="Arial"/>
              </a:rPr>
              <a:t>configurable </a:t>
            </a:r>
            <a:r>
              <a:rPr dirty="0" sz="2750" spc="-10" b="0">
                <a:latin typeface="Arial"/>
                <a:cs typeface="Arial"/>
              </a:rPr>
              <a:t>prompts.</a:t>
            </a:r>
            <a:endParaRPr sz="27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45"/>
              </a:spcBef>
            </a:pPr>
            <a:endParaRPr sz="2750">
              <a:latin typeface="Arial"/>
              <a:cs typeface="Arial"/>
            </a:endParaRPr>
          </a:p>
          <a:p>
            <a:pPr algn="just" marL="1445895" marR="727075" indent="-1270">
              <a:lnSpc>
                <a:spcPts val="3220"/>
              </a:lnSpc>
              <a:spcBef>
                <a:spcPts val="5"/>
              </a:spcBef>
            </a:pPr>
            <a:r>
              <a:rPr dirty="0" sz="2750" spc="-114" b="0">
                <a:latin typeface="Arial"/>
                <a:cs typeface="Arial"/>
              </a:rPr>
              <a:t>Business</a:t>
            </a:r>
            <a:r>
              <a:rPr dirty="0" sz="2750" spc="-145" b="0">
                <a:latin typeface="Arial"/>
                <a:cs typeface="Arial"/>
              </a:rPr>
              <a:t> </a:t>
            </a:r>
            <a:r>
              <a:rPr dirty="0" sz="2750" spc="15" b="0">
                <a:latin typeface="Arial"/>
                <a:cs typeface="Arial"/>
              </a:rPr>
              <a:t>Unit-controlled</a:t>
            </a:r>
            <a:r>
              <a:rPr dirty="0" sz="2750" spc="10" b="0">
                <a:latin typeface="Arial"/>
                <a:cs typeface="Arial"/>
              </a:rPr>
              <a:t> </a:t>
            </a:r>
            <a:r>
              <a:rPr dirty="0" sz="2750" spc="-10" b="0">
                <a:latin typeface="Arial"/>
                <a:cs typeface="Arial"/>
              </a:rPr>
              <a:t>onboarding</a:t>
            </a:r>
            <a:r>
              <a:rPr dirty="0" sz="2750" spc="-420" b="0">
                <a:latin typeface="Arial"/>
                <a:cs typeface="Arial"/>
              </a:rPr>
              <a:t> </a:t>
            </a:r>
            <a:r>
              <a:rPr dirty="0" sz="2750" spc="-15" b="0">
                <a:latin typeface="Arial"/>
                <a:cs typeface="Arial"/>
              </a:rPr>
              <a:t>via</a:t>
            </a:r>
            <a:r>
              <a:rPr dirty="0" sz="2750" spc="-210" b="0">
                <a:latin typeface="Arial"/>
                <a:cs typeface="Arial"/>
              </a:rPr>
              <a:t> </a:t>
            </a:r>
            <a:r>
              <a:rPr dirty="0" sz="2750" spc="-170" b="0">
                <a:latin typeface="Arial"/>
                <a:cs typeface="Arial"/>
              </a:rPr>
              <a:t>a</a:t>
            </a:r>
            <a:r>
              <a:rPr dirty="0" sz="2750" spc="-220" b="0">
                <a:latin typeface="Arial"/>
                <a:cs typeface="Arial"/>
              </a:rPr>
              <a:t> </a:t>
            </a:r>
            <a:r>
              <a:rPr dirty="0" sz="2750" spc="-20" b="0">
                <a:latin typeface="Arial"/>
                <a:cs typeface="Arial"/>
              </a:rPr>
              <a:t>defined</a:t>
            </a:r>
            <a:r>
              <a:rPr dirty="0" sz="2750" spc="-15" b="0">
                <a:latin typeface="Arial"/>
                <a:cs typeface="Arial"/>
              </a:rPr>
              <a:t> </a:t>
            </a:r>
            <a:r>
              <a:rPr dirty="0" sz="2750" spc="-5" b="0">
                <a:latin typeface="Arial"/>
                <a:cs typeface="Arial"/>
              </a:rPr>
              <a:t>operatin</a:t>
            </a:r>
            <a:r>
              <a:rPr dirty="0" sz="2750" b="0">
                <a:latin typeface="Arial"/>
                <a:cs typeface="Arial"/>
              </a:rPr>
              <a:t>g</a:t>
            </a:r>
            <a:r>
              <a:rPr dirty="0" sz="2750" spc="-320" b="0">
                <a:latin typeface="Arial"/>
                <a:cs typeface="Arial"/>
              </a:rPr>
              <a:t> </a:t>
            </a:r>
            <a:r>
              <a:rPr dirty="0" sz="2750" spc="-20" b="0">
                <a:latin typeface="Arial"/>
                <a:cs typeface="Arial"/>
              </a:rPr>
              <a:t>model.</a:t>
            </a:r>
            <a:endParaRPr sz="275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9463599" y="1943080"/>
            <a:ext cx="7177405" cy="3019425"/>
          </a:xfrm>
          <a:prstGeom prst="rect">
            <a:avLst/>
          </a:prstGeom>
        </p:spPr>
        <p:txBody>
          <a:bodyPr wrap="square" lIns="0" tIns="577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5"/>
              </a:spcBef>
            </a:pPr>
            <a:r>
              <a:rPr dirty="0" sz="4250" spc="-100" b="1">
                <a:solidFill>
                  <a:srgbClr val="151311"/>
                </a:solidFill>
                <a:latin typeface="Arial"/>
                <a:cs typeface="Arial"/>
              </a:rPr>
              <a:t>Critical</a:t>
            </a:r>
            <a:r>
              <a:rPr dirty="0" sz="4250" spc="-229" b="1">
                <a:solidFill>
                  <a:srgbClr val="151311"/>
                </a:solidFill>
                <a:latin typeface="Arial"/>
                <a:cs typeface="Arial"/>
              </a:rPr>
              <a:t> </a:t>
            </a:r>
            <a:r>
              <a:rPr dirty="0" sz="4250" spc="-150" b="1">
                <a:solidFill>
                  <a:srgbClr val="151311"/>
                </a:solidFill>
                <a:latin typeface="Arial"/>
                <a:cs typeface="Arial"/>
              </a:rPr>
              <a:t>Limitations</a:t>
            </a:r>
            <a:r>
              <a:rPr dirty="0" sz="4250" spc="-25" b="1">
                <a:solidFill>
                  <a:srgbClr val="151311"/>
                </a:solidFill>
                <a:latin typeface="Arial"/>
                <a:cs typeface="Arial"/>
              </a:rPr>
              <a:t> </a:t>
            </a:r>
            <a:r>
              <a:rPr dirty="0" sz="4250" b="1">
                <a:solidFill>
                  <a:srgbClr val="151311"/>
                </a:solidFill>
                <a:latin typeface="Arial"/>
                <a:cs typeface="Arial"/>
              </a:rPr>
              <a:t>at</a:t>
            </a:r>
            <a:r>
              <a:rPr dirty="0" sz="4250" spc="-290" b="1">
                <a:solidFill>
                  <a:srgbClr val="151311"/>
                </a:solidFill>
                <a:latin typeface="Arial"/>
                <a:cs typeface="Arial"/>
              </a:rPr>
              <a:t> </a:t>
            </a:r>
            <a:r>
              <a:rPr dirty="0" sz="4250" spc="-20" b="1">
                <a:solidFill>
                  <a:srgbClr val="151311"/>
                </a:solidFill>
                <a:latin typeface="Arial"/>
                <a:cs typeface="Arial"/>
              </a:rPr>
              <a:t>Scale</a:t>
            </a:r>
            <a:endParaRPr sz="4250">
              <a:latin typeface="Arial"/>
              <a:cs typeface="Arial"/>
            </a:endParaRPr>
          </a:p>
          <a:p>
            <a:pPr marL="18415">
              <a:lnSpc>
                <a:spcPts val="3629"/>
              </a:lnSpc>
              <a:spcBef>
                <a:spcPts val="270"/>
              </a:spcBef>
            </a:pPr>
            <a:r>
              <a:rPr dirty="0" sz="3200" spc="-95">
                <a:solidFill>
                  <a:srgbClr val="151311"/>
                </a:solidFill>
                <a:latin typeface="Times New Roman"/>
                <a:cs typeface="Times New Roman"/>
              </a:rPr>
              <a:t>Remaining</a:t>
            </a:r>
            <a:r>
              <a:rPr dirty="0" sz="3200" spc="-160">
                <a:solidFill>
                  <a:srgbClr val="151311"/>
                </a:solidFill>
                <a:latin typeface="Times New Roman"/>
                <a:cs typeface="Times New Roman"/>
              </a:rPr>
              <a:t> </a:t>
            </a:r>
            <a:r>
              <a:rPr dirty="0" sz="3200" spc="-125">
                <a:solidFill>
                  <a:srgbClr val="151311"/>
                </a:solidFill>
                <a:latin typeface="Times New Roman"/>
                <a:cs typeface="Times New Roman"/>
              </a:rPr>
              <a:t>Gaps</a:t>
            </a:r>
            <a:r>
              <a:rPr dirty="0" sz="3200" spc="-200">
                <a:solidFill>
                  <a:srgbClr val="151311"/>
                </a:solidFill>
                <a:latin typeface="Times New Roman"/>
                <a:cs typeface="Times New Roman"/>
              </a:rPr>
              <a:t> </a:t>
            </a:r>
            <a:r>
              <a:rPr dirty="0" sz="3200" spc="-20">
                <a:solidFill>
                  <a:srgbClr val="151311"/>
                </a:solidFill>
                <a:latin typeface="Times New Roman"/>
                <a:cs typeface="Times New Roman"/>
              </a:rPr>
              <a:t>That</a:t>
            </a:r>
            <a:r>
              <a:rPr dirty="0" sz="3200" spc="-180">
                <a:solidFill>
                  <a:srgbClr val="151311"/>
                </a:solidFill>
                <a:latin typeface="Times New Roman"/>
                <a:cs typeface="Times New Roman"/>
              </a:rPr>
              <a:t> </a:t>
            </a:r>
            <a:r>
              <a:rPr dirty="0" sz="3200" spc="-35">
                <a:solidFill>
                  <a:srgbClr val="151311"/>
                </a:solidFill>
                <a:latin typeface="Times New Roman"/>
                <a:cs typeface="Times New Roman"/>
              </a:rPr>
              <a:t>Introduce</a:t>
            </a:r>
            <a:r>
              <a:rPr dirty="0" sz="3200" spc="-50">
                <a:solidFill>
                  <a:srgbClr val="151311"/>
                </a:solidFill>
                <a:latin typeface="Times New Roman"/>
                <a:cs typeface="Times New Roman"/>
              </a:rPr>
              <a:t> </a:t>
            </a:r>
            <a:r>
              <a:rPr dirty="0" sz="3200" spc="-95">
                <a:solidFill>
                  <a:srgbClr val="151311"/>
                </a:solidFill>
                <a:latin typeface="Times New Roman"/>
                <a:cs typeface="Times New Roman"/>
              </a:rPr>
              <a:t>Business</a:t>
            </a:r>
            <a:r>
              <a:rPr dirty="0" sz="3200" spc="-105">
                <a:solidFill>
                  <a:srgbClr val="151311"/>
                </a:solidFill>
                <a:latin typeface="Times New Roman"/>
                <a:cs typeface="Times New Roman"/>
              </a:rPr>
              <a:t> </a:t>
            </a:r>
            <a:r>
              <a:rPr dirty="0" sz="3200" spc="-135">
                <a:solidFill>
                  <a:srgbClr val="151311"/>
                </a:solidFill>
                <a:latin typeface="Times New Roman"/>
                <a:cs typeface="Times New Roman"/>
              </a:rPr>
              <a:t>Risk</a:t>
            </a:r>
            <a:endParaRPr sz="3200">
              <a:latin typeface="Times New Roman"/>
              <a:cs typeface="Times New Roman"/>
            </a:endParaRPr>
          </a:p>
          <a:p>
            <a:pPr marL="6692900">
              <a:lnSpc>
                <a:spcPts val="3629"/>
              </a:lnSpc>
            </a:pPr>
            <a:r>
              <a:rPr dirty="0" sz="3200" spc="75">
                <a:solidFill>
                  <a:srgbClr val="A5A095"/>
                </a:solidFill>
                <a:latin typeface="Times New Roman"/>
                <a:cs typeface="Times New Roman"/>
              </a:rPr>
              <a:t>�</a:t>
            </a:r>
            <a:endParaRPr sz="3200">
              <a:latin typeface="Times New Roman"/>
              <a:cs typeface="Times New Roman"/>
            </a:endParaRPr>
          </a:p>
          <a:p>
            <a:pPr marL="1368425" marR="70485" indent="-2540">
              <a:lnSpc>
                <a:spcPct val="98000"/>
              </a:lnSpc>
              <a:spcBef>
                <a:spcPts val="2295"/>
              </a:spcBef>
              <a:tabLst>
                <a:tab pos="3759200" algn="l"/>
              </a:tabLst>
            </a:pPr>
            <a:r>
              <a:rPr dirty="0" sz="2350" spc="-30" b="1">
                <a:solidFill>
                  <a:srgbClr val="A87B36"/>
                </a:solidFill>
                <a:latin typeface="Arial"/>
                <a:cs typeface="Arial"/>
              </a:rPr>
              <a:t>Brittle</a:t>
            </a:r>
            <a:r>
              <a:rPr dirty="0" sz="2350" spc="-265" b="1">
                <a:solidFill>
                  <a:srgbClr val="A87B36"/>
                </a:solidFill>
                <a:latin typeface="Arial"/>
                <a:cs typeface="Arial"/>
              </a:rPr>
              <a:t> </a:t>
            </a:r>
            <a:r>
              <a:rPr dirty="0" sz="2350" spc="-85" b="1">
                <a:solidFill>
                  <a:srgbClr val="A87B36"/>
                </a:solidFill>
                <a:latin typeface="Arial"/>
                <a:cs typeface="Arial"/>
              </a:rPr>
              <a:t>Processes:</a:t>
            </a:r>
            <a:r>
              <a:rPr dirty="0" sz="2350" b="1">
                <a:solidFill>
                  <a:srgbClr val="A87B36"/>
                </a:solidFill>
                <a:latin typeface="Arial"/>
                <a:cs typeface="Arial"/>
              </a:rPr>
              <a:t>	</a:t>
            </a:r>
            <a:r>
              <a:rPr dirty="0" sz="2350" spc="-45">
                <a:solidFill>
                  <a:srgbClr val="151311"/>
                </a:solidFill>
                <a:latin typeface="Arial"/>
                <a:cs typeface="Arial"/>
              </a:rPr>
              <a:t>Durability</a:t>
            </a:r>
            <a:r>
              <a:rPr dirty="0" sz="2350" spc="-55">
                <a:solidFill>
                  <a:srgbClr val="151311"/>
                </a:solidFill>
                <a:latin typeface="Arial"/>
                <a:cs typeface="Arial"/>
              </a:rPr>
              <a:t> </a:t>
            </a:r>
            <a:r>
              <a:rPr dirty="0" sz="2350" spc="-110">
                <a:solidFill>
                  <a:srgbClr val="151311"/>
                </a:solidFill>
                <a:latin typeface="Arial"/>
                <a:cs typeface="Arial"/>
              </a:rPr>
              <a:t>depends</a:t>
            </a:r>
            <a:r>
              <a:rPr dirty="0" sz="2350" spc="-140">
                <a:solidFill>
                  <a:srgbClr val="151311"/>
                </a:solidFill>
                <a:latin typeface="Arial"/>
                <a:cs typeface="Arial"/>
              </a:rPr>
              <a:t> </a:t>
            </a:r>
            <a:r>
              <a:rPr dirty="0" sz="2350" spc="-25">
                <a:solidFill>
                  <a:srgbClr val="151311"/>
                </a:solidFill>
                <a:latin typeface="Arial"/>
                <a:cs typeface="Arial"/>
              </a:rPr>
              <a:t>on </a:t>
            </a:r>
            <a:r>
              <a:rPr dirty="0" sz="2350" spc="-90">
                <a:solidFill>
                  <a:srgbClr val="151311"/>
                </a:solidFill>
                <a:latin typeface="Arial"/>
                <a:cs typeface="Arial"/>
              </a:rPr>
              <a:t>manual</a:t>
            </a:r>
            <a:r>
              <a:rPr dirty="0" sz="2350" spc="-160">
                <a:solidFill>
                  <a:srgbClr val="151311"/>
                </a:solidFill>
                <a:latin typeface="Arial"/>
                <a:cs typeface="Arial"/>
              </a:rPr>
              <a:t> </a:t>
            </a:r>
            <a:r>
              <a:rPr dirty="0" sz="2350" spc="-40">
                <a:solidFill>
                  <a:srgbClr val="151311"/>
                </a:solidFill>
                <a:latin typeface="Arial"/>
                <a:cs typeface="Arial"/>
              </a:rPr>
              <a:t>ch</a:t>
            </a:r>
            <a:r>
              <a:rPr dirty="0" sz="2350" spc="-40">
                <a:solidFill>
                  <a:srgbClr val="312F2D"/>
                </a:solidFill>
                <a:latin typeface="Arial"/>
                <a:cs typeface="Arial"/>
              </a:rPr>
              <a:t>e</a:t>
            </a:r>
            <a:r>
              <a:rPr dirty="0" sz="2350" spc="-40">
                <a:solidFill>
                  <a:srgbClr val="151311"/>
                </a:solidFill>
                <a:latin typeface="Arial"/>
                <a:cs typeface="Arial"/>
              </a:rPr>
              <a:t>ckpointing</a:t>
            </a:r>
            <a:r>
              <a:rPr dirty="0" sz="2350" spc="-254">
                <a:solidFill>
                  <a:srgbClr val="151311"/>
                </a:solidFill>
                <a:latin typeface="Arial"/>
                <a:cs typeface="Arial"/>
              </a:rPr>
              <a:t> </a:t>
            </a:r>
            <a:r>
              <a:rPr dirty="0" sz="2350" spc="-75">
                <a:solidFill>
                  <a:srgbClr val="151311"/>
                </a:solidFill>
                <a:latin typeface="Arial"/>
                <a:cs typeface="Arial"/>
              </a:rPr>
              <a:t>and</a:t>
            </a:r>
            <a:r>
              <a:rPr dirty="0" sz="2350" spc="-285">
                <a:solidFill>
                  <a:srgbClr val="151311"/>
                </a:solidFill>
                <a:latin typeface="Arial"/>
                <a:cs typeface="Arial"/>
              </a:rPr>
              <a:t> </a:t>
            </a:r>
            <a:r>
              <a:rPr dirty="0" sz="2350" spc="-80">
                <a:solidFill>
                  <a:srgbClr val="151311"/>
                </a:solidFill>
                <a:latin typeface="Arial"/>
                <a:cs typeface="Arial"/>
              </a:rPr>
              <a:t>complex</a:t>
            </a:r>
            <a:r>
              <a:rPr dirty="0" sz="2350" spc="-70">
                <a:solidFill>
                  <a:srgbClr val="151311"/>
                </a:solidFill>
                <a:latin typeface="Arial"/>
                <a:cs typeface="Arial"/>
              </a:rPr>
              <a:t> </a:t>
            </a:r>
            <a:r>
              <a:rPr dirty="0" sz="2350">
                <a:solidFill>
                  <a:srgbClr val="151311"/>
                </a:solidFill>
                <a:latin typeface="Arial"/>
                <a:cs typeface="Arial"/>
              </a:rPr>
              <a:t>retry</a:t>
            </a:r>
            <a:r>
              <a:rPr dirty="0" sz="2350" spc="-190">
                <a:solidFill>
                  <a:srgbClr val="151311"/>
                </a:solidFill>
                <a:latin typeface="Arial"/>
                <a:cs typeface="Arial"/>
              </a:rPr>
              <a:t> </a:t>
            </a:r>
            <a:r>
              <a:rPr dirty="0" sz="2350" spc="-10">
                <a:solidFill>
                  <a:srgbClr val="151311"/>
                </a:solidFill>
                <a:latin typeface="Arial"/>
                <a:cs typeface="Arial"/>
              </a:rPr>
              <a:t>logic </a:t>
            </a:r>
            <a:r>
              <a:rPr dirty="0" sz="2350">
                <a:solidFill>
                  <a:srgbClr val="151311"/>
                </a:solidFill>
                <a:latin typeface="Arial"/>
                <a:cs typeface="Arial"/>
              </a:rPr>
              <a:t>in</a:t>
            </a:r>
            <a:r>
              <a:rPr dirty="0" sz="2350" spc="-30">
                <a:solidFill>
                  <a:srgbClr val="151311"/>
                </a:solidFill>
                <a:latin typeface="Arial"/>
                <a:cs typeface="Arial"/>
              </a:rPr>
              <a:t> </a:t>
            </a:r>
            <a:r>
              <a:rPr dirty="0" sz="2350" spc="-55">
                <a:solidFill>
                  <a:srgbClr val="151311"/>
                </a:solidFill>
                <a:latin typeface="Arial"/>
                <a:cs typeface="Arial"/>
              </a:rPr>
              <a:t>surrounding</a:t>
            </a:r>
            <a:r>
              <a:rPr dirty="0" sz="2350" spc="-260">
                <a:solidFill>
                  <a:srgbClr val="151311"/>
                </a:solidFill>
                <a:latin typeface="Arial"/>
                <a:cs typeface="Arial"/>
              </a:rPr>
              <a:t> </a:t>
            </a:r>
            <a:r>
              <a:rPr dirty="0" sz="2350" spc="-45">
                <a:solidFill>
                  <a:srgbClr val="151311"/>
                </a:solidFill>
                <a:latin typeface="Arial"/>
                <a:cs typeface="Arial"/>
              </a:rPr>
              <a:t>p</a:t>
            </a:r>
            <a:r>
              <a:rPr dirty="0" sz="2350" spc="-45">
                <a:solidFill>
                  <a:srgbClr val="312F2D"/>
                </a:solidFill>
                <a:latin typeface="Arial"/>
                <a:cs typeface="Arial"/>
              </a:rPr>
              <a:t>i</a:t>
            </a:r>
            <a:r>
              <a:rPr dirty="0" sz="2350" spc="-45">
                <a:solidFill>
                  <a:srgbClr val="151311"/>
                </a:solidFill>
                <a:latin typeface="Arial"/>
                <a:cs typeface="Arial"/>
              </a:rPr>
              <a:t>pelines,</a:t>
            </a:r>
            <a:r>
              <a:rPr dirty="0" sz="2350" spc="-229">
                <a:solidFill>
                  <a:srgbClr val="151311"/>
                </a:solidFill>
                <a:latin typeface="Arial"/>
                <a:cs typeface="Arial"/>
              </a:rPr>
              <a:t> </a:t>
            </a:r>
            <a:r>
              <a:rPr dirty="0" sz="2350" spc="-40">
                <a:solidFill>
                  <a:srgbClr val="151311"/>
                </a:solidFill>
                <a:latin typeface="Arial"/>
                <a:cs typeface="Arial"/>
              </a:rPr>
              <a:t>risking</a:t>
            </a:r>
            <a:r>
              <a:rPr dirty="0" sz="2350" spc="-320">
                <a:solidFill>
                  <a:srgbClr val="151311"/>
                </a:solidFill>
                <a:latin typeface="Arial"/>
                <a:cs typeface="Arial"/>
              </a:rPr>
              <a:t> </a:t>
            </a:r>
            <a:r>
              <a:rPr dirty="0" sz="2350" spc="-70">
                <a:solidFill>
                  <a:srgbClr val="151311"/>
                </a:solidFill>
                <a:latin typeface="Arial"/>
                <a:cs typeface="Arial"/>
              </a:rPr>
              <a:t>data</a:t>
            </a:r>
            <a:r>
              <a:rPr dirty="0" sz="2350" spc="-204">
                <a:solidFill>
                  <a:srgbClr val="151311"/>
                </a:solidFill>
                <a:latin typeface="Arial"/>
                <a:cs typeface="Arial"/>
              </a:rPr>
              <a:t> </a:t>
            </a:r>
            <a:r>
              <a:rPr dirty="0" sz="2350" spc="-10">
                <a:solidFill>
                  <a:srgbClr val="151311"/>
                </a:solidFill>
                <a:latin typeface="Arial"/>
                <a:cs typeface="Arial"/>
              </a:rPr>
              <a:t>loss</a:t>
            </a:r>
            <a:r>
              <a:rPr dirty="0" sz="2350" spc="-10">
                <a:solidFill>
                  <a:srgbClr val="312F2D"/>
                </a:solidFill>
                <a:latin typeface="Arial"/>
                <a:cs typeface="Arial"/>
              </a:rPr>
              <a:t>.</a:t>
            </a:r>
            <a:endParaRPr sz="235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4691118" y="4902530"/>
            <a:ext cx="364490" cy="56197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3500" spc="-35">
                <a:solidFill>
                  <a:srgbClr val="BF9962"/>
                </a:solidFill>
                <a:latin typeface="Arial"/>
                <a:cs typeface="Arial"/>
              </a:rPr>
              <a:t>'\-</a:t>
            </a:r>
            <a:endParaRPr sz="35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0819400" y="5266366"/>
            <a:ext cx="5718175" cy="1087755"/>
          </a:xfrm>
          <a:prstGeom prst="rect">
            <a:avLst/>
          </a:prstGeom>
        </p:spPr>
        <p:txBody>
          <a:bodyPr wrap="square" lIns="0" tIns="20955" rIns="0" bIns="0" rtlCol="0" vert="horz">
            <a:spAutoFit/>
          </a:bodyPr>
          <a:lstStyle/>
          <a:p>
            <a:pPr marL="12700" marR="5080" indent="12065">
              <a:lnSpc>
                <a:spcPct val="98000"/>
              </a:lnSpc>
              <a:spcBef>
                <a:spcPts val="165"/>
              </a:spcBef>
            </a:pPr>
            <a:r>
              <a:rPr dirty="0" sz="2350" spc="-80" b="1">
                <a:solidFill>
                  <a:srgbClr val="A87B36"/>
                </a:solidFill>
                <a:latin typeface="Arial"/>
                <a:cs typeface="Arial"/>
              </a:rPr>
              <a:t>Integration</a:t>
            </a:r>
            <a:r>
              <a:rPr dirty="0" sz="2350" spc="-185" b="1">
                <a:solidFill>
                  <a:srgbClr val="A87B36"/>
                </a:solidFill>
                <a:latin typeface="Arial"/>
                <a:cs typeface="Arial"/>
              </a:rPr>
              <a:t> </a:t>
            </a:r>
            <a:r>
              <a:rPr dirty="0" sz="2350" spc="-140" b="1">
                <a:solidFill>
                  <a:srgbClr val="A87B36"/>
                </a:solidFill>
                <a:latin typeface="Arial"/>
                <a:cs typeface="Arial"/>
              </a:rPr>
              <a:t>Tax:</a:t>
            </a:r>
            <a:r>
              <a:rPr dirty="0" sz="2350" spc="-215" b="1">
                <a:solidFill>
                  <a:srgbClr val="A87B36"/>
                </a:solidFill>
                <a:latin typeface="Arial"/>
                <a:cs typeface="Arial"/>
              </a:rPr>
              <a:t> </a:t>
            </a:r>
            <a:r>
              <a:rPr dirty="0" sz="2350" spc="-85">
                <a:solidFill>
                  <a:srgbClr val="151311"/>
                </a:solidFill>
                <a:latin typeface="Arial"/>
                <a:cs typeface="Arial"/>
              </a:rPr>
              <a:t>Orchestration</a:t>
            </a:r>
            <a:r>
              <a:rPr dirty="0" sz="2350" spc="-35">
                <a:solidFill>
                  <a:srgbClr val="151311"/>
                </a:solidFill>
                <a:latin typeface="Arial"/>
                <a:cs typeface="Arial"/>
              </a:rPr>
              <a:t> </a:t>
            </a:r>
            <a:r>
              <a:rPr dirty="0" sz="2350" spc="-10">
                <a:solidFill>
                  <a:srgbClr val="151311"/>
                </a:solidFill>
                <a:latin typeface="Arial"/>
                <a:cs typeface="Arial"/>
              </a:rPr>
              <a:t>requires </a:t>
            </a:r>
            <a:r>
              <a:rPr dirty="0" sz="2350" spc="-75">
                <a:solidFill>
                  <a:srgbClr val="151311"/>
                </a:solidFill>
                <a:latin typeface="Arial"/>
                <a:cs typeface="Arial"/>
              </a:rPr>
              <a:t>external</a:t>
            </a:r>
            <a:r>
              <a:rPr dirty="0" sz="2350" spc="-210">
                <a:solidFill>
                  <a:srgbClr val="151311"/>
                </a:solidFill>
                <a:latin typeface="Arial"/>
                <a:cs typeface="Arial"/>
              </a:rPr>
              <a:t> </a:t>
            </a:r>
            <a:r>
              <a:rPr dirty="0" sz="2350" spc="-10">
                <a:solidFill>
                  <a:srgbClr val="151311"/>
                </a:solidFill>
                <a:latin typeface="Arial"/>
                <a:cs typeface="Arial"/>
              </a:rPr>
              <a:t>tools</a:t>
            </a:r>
            <a:r>
              <a:rPr dirty="0" sz="2350" spc="-290">
                <a:solidFill>
                  <a:srgbClr val="151311"/>
                </a:solidFill>
                <a:latin typeface="Arial"/>
                <a:cs typeface="Arial"/>
              </a:rPr>
              <a:t> </a:t>
            </a:r>
            <a:r>
              <a:rPr dirty="0" sz="2350" spc="-75">
                <a:solidFill>
                  <a:srgbClr val="151311"/>
                </a:solidFill>
                <a:latin typeface="Arial"/>
                <a:cs typeface="Arial"/>
              </a:rPr>
              <a:t>and</a:t>
            </a:r>
            <a:r>
              <a:rPr dirty="0" sz="2350" spc="-185">
                <a:solidFill>
                  <a:srgbClr val="151311"/>
                </a:solidFill>
                <a:latin typeface="Arial"/>
                <a:cs typeface="Arial"/>
              </a:rPr>
              <a:t> </a:t>
            </a:r>
            <a:r>
              <a:rPr dirty="0" sz="2350" spc="-70">
                <a:solidFill>
                  <a:srgbClr val="151311"/>
                </a:solidFill>
                <a:latin typeface="Arial"/>
                <a:cs typeface="Arial"/>
              </a:rPr>
              <a:t>custom</a:t>
            </a:r>
            <a:r>
              <a:rPr dirty="0" sz="2350" spc="-229">
                <a:solidFill>
                  <a:srgbClr val="151311"/>
                </a:solidFill>
                <a:latin typeface="Arial"/>
                <a:cs typeface="Arial"/>
              </a:rPr>
              <a:t> </a:t>
            </a:r>
            <a:r>
              <a:rPr dirty="0" sz="2350" spc="-35">
                <a:solidFill>
                  <a:srgbClr val="151311"/>
                </a:solidFill>
                <a:latin typeface="Arial"/>
                <a:cs typeface="Arial"/>
              </a:rPr>
              <a:t>"glue</a:t>
            </a:r>
            <a:r>
              <a:rPr dirty="0" sz="2350" spc="-235">
                <a:solidFill>
                  <a:srgbClr val="151311"/>
                </a:solidFill>
                <a:latin typeface="Arial"/>
                <a:cs typeface="Arial"/>
              </a:rPr>
              <a:t> </a:t>
            </a:r>
            <a:r>
              <a:rPr dirty="0" sz="2350" spc="-10">
                <a:solidFill>
                  <a:srgbClr val="151311"/>
                </a:solidFill>
                <a:latin typeface="Arial"/>
                <a:cs typeface="Arial"/>
              </a:rPr>
              <a:t>code," </a:t>
            </a:r>
            <a:r>
              <a:rPr dirty="0" sz="2350" spc="-45">
                <a:solidFill>
                  <a:srgbClr val="312F2D"/>
                </a:solidFill>
                <a:latin typeface="Arial"/>
                <a:cs typeface="Arial"/>
              </a:rPr>
              <a:t>i</a:t>
            </a:r>
            <a:r>
              <a:rPr dirty="0" sz="2350" spc="-45">
                <a:solidFill>
                  <a:srgbClr val="151311"/>
                </a:solidFill>
                <a:latin typeface="Arial"/>
                <a:cs typeface="Arial"/>
              </a:rPr>
              <a:t>ncreasingcomplexity</a:t>
            </a:r>
            <a:r>
              <a:rPr dirty="0" sz="2350" spc="10">
                <a:solidFill>
                  <a:srgbClr val="151311"/>
                </a:solidFill>
                <a:latin typeface="Arial"/>
                <a:cs typeface="Arial"/>
              </a:rPr>
              <a:t> </a:t>
            </a:r>
            <a:r>
              <a:rPr dirty="0" sz="2350" spc="-75">
                <a:solidFill>
                  <a:srgbClr val="151311"/>
                </a:solidFill>
                <a:latin typeface="Arial"/>
                <a:cs typeface="Arial"/>
              </a:rPr>
              <a:t>and</a:t>
            </a:r>
            <a:r>
              <a:rPr dirty="0" sz="2350" spc="-290">
                <a:solidFill>
                  <a:srgbClr val="151311"/>
                </a:solidFill>
                <a:latin typeface="Arial"/>
                <a:cs typeface="Arial"/>
              </a:rPr>
              <a:t> </a:t>
            </a:r>
            <a:r>
              <a:rPr dirty="0" sz="2350" spc="-40">
                <a:solidFill>
                  <a:srgbClr val="151311"/>
                </a:solidFill>
                <a:latin typeface="Arial"/>
                <a:cs typeface="Arial"/>
              </a:rPr>
              <a:t>ma</a:t>
            </a:r>
            <a:r>
              <a:rPr dirty="0" sz="2350" spc="-40">
                <a:solidFill>
                  <a:srgbClr val="312F2D"/>
                </a:solidFill>
                <a:latin typeface="Arial"/>
                <a:cs typeface="Arial"/>
              </a:rPr>
              <a:t>i</a:t>
            </a:r>
            <a:r>
              <a:rPr dirty="0" sz="2350" spc="-40">
                <a:solidFill>
                  <a:srgbClr val="151311"/>
                </a:solidFill>
                <a:latin typeface="Arial"/>
                <a:cs typeface="Arial"/>
              </a:rPr>
              <a:t>ntenancecosts</a:t>
            </a:r>
            <a:r>
              <a:rPr dirty="0" sz="2350" spc="-40">
                <a:solidFill>
                  <a:srgbClr val="312F2D"/>
                </a:solidFill>
                <a:latin typeface="Arial"/>
                <a:cs typeface="Arial"/>
              </a:rPr>
              <a:t>.</a:t>
            </a:r>
            <a:endParaRPr sz="235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0819998" y="6657875"/>
            <a:ext cx="5393690" cy="2466340"/>
          </a:xfrm>
          <a:prstGeom prst="rect">
            <a:avLst/>
          </a:prstGeom>
        </p:spPr>
        <p:txBody>
          <a:bodyPr wrap="square" lIns="0" tIns="8255" rIns="0" bIns="0" rtlCol="0" vert="horz">
            <a:spAutoFit/>
          </a:bodyPr>
          <a:lstStyle/>
          <a:p>
            <a:pPr marL="19685" marR="5080" indent="1270">
              <a:lnSpc>
                <a:spcPct val="101600"/>
              </a:lnSpc>
              <a:spcBef>
                <a:spcPts val="65"/>
              </a:spcBef>
              <a:tabLst>
                <a:tab pos="2833370" algn="l"/>
                <a:tab pos="4431665" algn="l"/>
              </a:tabLst>
            </a:pPr>
            <a:r>
              <a:rPr dirty="0" sz="2350" spc="-135" b="1">
                <a:solidFill>
                  <a:srgbClr val="A87B36"/>
                </a:solidFill>
                <a:latin typeface="Arial"/>
                <a:cs typeface="Arial"/>
              </a:rPr>
              <a:t>Slow</a:t>
            </a:r>
            <a:r>
              <a:rPr dirty="0" sz="2350" spc="-120" b="1">
                <a:solidFill>
                  <a:srgbClr val="A87B36"/>
                </a:solidFill>
                <a:latin typeface="Arial"/>
                <a:cs typeface="Arial"/>
              </a:rPr>
              <a:t> </a:t>
            </a:r>
            <a:r>
              <a:rPr dirty="0" sz="2350" spc="-60" b="1">
                <a:solidFill>
                  <a:srgbClr val="A87B36"/>
                </a:solidFill>
                <a:latin typeface="Arial"/>
                <a:cs typeface="Arial"/>
              </a:rPr>
              <a:t>Time-</a:t>
            </a:r>
            <a:r>
              <a:rPr dirty="0" sz="2350" spc="-50" b="1">
                <a:solidFill>
                  <a:srgbClr val="A87B36"/>
                </a:solidFill>
                <a:latin typeface="Arial"/>
                <a:cs typeface="Arial"/>
              </a:rPr>
              <a:t>to-</a:t>
            </a:r>
            <a:r>
              <a:rPr dirty="0" sz="2350" spc="-55" b="1">
                <a:solidFill>
                  <a:srgbClr val="A87B36"/>
                </a:solidFill>
                <a:latin typeface="Arial"/>
                <a:cs typeface="Arial"/>
              </a:rPr>
              <a:t>Market:</a:t>
            </a:r>
            <a:r>
              <a:rPr dirty="0" sz="2350" spc="-265" b="1">
                <a:solidFill>
                  <a:srgbClr val="A87B36"/>
                </a:solidFill>
                <a:latin typeface="Arial"/>
                <a:cs typeface="Arial"/>
              </a:rPr>
              <a:t> </a:t>
            </a:r>
            <a:r>
              <a:rPr dirty="0" sz="2350" spc="-20">
                <a:solidFill>
                  <a:srgbClr val="151311"/>
                </a:solidFill>
                <a:latin typeface="Arial"/>
                <a:cs typeface="Arial"/>
              </a:rPr>
              <a:t>Onb</a:t>
            </a:r>
            <a:r>
              <a:rPr dirty="0" sz="2350" spc="-20">
                <a:solidFill>
                  <a:srgbClr val="5B4B36"/>
                </a:solidFill>
                <a:latin typeface="Arial"/>
                <a:cs typeface="Arial"/>
              </a:rPr>
              <a:t>�</a:t>
            </a:r>
            <a:r>
              <a:rPr dirty="0" sz="2350">
                <a:solidFill>
                  <a:srgbClr val="5B4B36"/>
                </a:solidFill>
                <a:latin typeface="Arial"/>
                <a:cs typeface="Arial"/>
              </a:rPr>
              <a:t>	</a:t>
            </a:r>
            <a:r>
              <a:rPr dirty="0" sz="2350" spc="-25">
                <a:solidFill>
                  <a:srgbClr val="151311"/>
                </a:solidFill>
                <a:latin typeface="Arial"/>
                <a:cs typeface="Arial"/>
              </a:rPr>
              <a:t>new </a:t>
            </a:r>
            <a:r>
              <a:rPr dirty="0" sz="2350" spc="-70">
                <a:solidFill>
                  <a:srgbClr val="151311"/>
                </a:solidFill>
                <a:latin typeface="Arial"/>
                <a:cs typeface="Arial"/>
              </a:rPr>
              <a:t>document </a:t>
            </a:r>
            <a:r>
              <a:rPr dirty="0" sz="2350" spc="-65">
                <a:solidFill>
                  <a:srgbClr val="151311"/>
                </a:solidFill>
                <a:latin typeface="Arial"/>
                <a:cs typeface="Arial"/>
              </a:rPr>
              <a:t>types</a:t>
            </a:r>
            <a:r>
              <a:rPr dirty="0" sz="2350" spc="-305">
                <a:solidFill>
                  <a:srgbClr val="151311"/>
                </a:solidFill>
                <a:latin typeface="Arial"/>
                <a:cs typeface="Arial"/>
              </a:rPr>
              <a:t> </a:t>
            </a:r>
            <a:r>
              <a:rPr dirty="0" sz="2350" spc="-45">
                <a:solidFill>
                  <a:srgbClr val="151311"/>
                </a:solidFill>
                <a:latin typeface="Arial"/>
                <a:cs typeface="Arial"/>
              </a:rPr>
              <a:t>slow</a:t>
            </a:r>
            <a:r>
              <a:rPr dirty="0" sz="2350" spc="-45">
                <a:solidFill>
                  <a:srgbClr val="312F2D"/>
                </a:solidFill>
                <a:latin typeface="Arial"/>
                <a:cs typeface="Arial"/>
              </a:rPr>
              <a:t>s</a:t>
            </a:r>
            <a:r>
              <a:rPr dirty="0" sz="2350" spc="-425">
                <a:solidFill>
                  <a:srgbClr val="312F2D"/>
                </a:solidFill>
                <a:latin typeface="Arial"/>
                <a:cs typeface="Arial"/>
              </a:rPr>
              <a:t> </a:t>
            </a:r>
            <a:r>
              <a:rPr dirty="0" sz="2350" spc="65">
                <a:solidFill>
                  <a:srgbClr val="151311"/>
                </a:solidFill>
                <a:latin typeface="Arial"/>
                <a:cs typeface="Arial"/>
              </a:rPr>
              <a:t>to</a:t>
            </a:r>
            <a:r>
              <a:rPr dirty="0" sz="2350" spc="-275">
                <a:solidFill>
                  <a:srgbClr val="151311"/>
                </a:solidFill>
                <a:latin typeface="Arial"/>
                <a:cs typeface="Arial"/>
              </a:rPr>
              <a:t> </a:t>
            </a:r>
            <a:r>
              <a:rPr dirty="0" sz="2350" spc="-190">
                <a:solidFill>
                  <a:srgbClr val="151311"/>
                </a:solidFill>
                <a:latin typeface="Arial"/>
                <a:cs typeface="Arial"/>
              </a:rPr>
              <a:t>a</a:t>
            </a:r>
            <a:r>
              <a:rPr dirty="0" sz="2350" spc="-170">
                <a:solidFill>
                  <a:srgbClr val="151311"/>
                </a:solidFill>
                <a:latin typeface="Arial"/>
                <a:cs typeface="Arial"/>
              </a:rPr>
              <a:t> </a:t>
            </a:r>
            <a:r>
              <a:rPr dirty="0" sz="2350" spc="-45">
                <a:solidFill>
                  <a:srgbClr val="151311"/>
                </a:solidFill>
                <a:latin typeface="Arial"/>
                <a:cs typeface="Arial"/>
              </a:rPr>
              <a:t>crawl</a:t>
            </a:r>
            <a:r>
              <a:rPr dirty="0" sz="2350" spc="-320">
                <a:solidFill>
                  <a:srgbClr val="151311"/>
                </a:solidFill>
                <a:latin typeface="Arial"/>
                <a:cs typeface="Arial"/>
              </a:rPr>
              <a:t> </a:t>
            </a:r>
            <a:r>
              <a:rPr dirty="0" sz="2350" spc="-125">
                <a:solidFill>
                  <a:srgbClr val="151311"/>
                </a:solidFill>
                <a:latin typeface="Arial"/>
                <a:cs typeface="Arial"/>
              </a:rPr>
              <a:t>when</a:t>
            </a:r>
            <a:r>
              <a:rPr dirty="0" sz="2350" spc="-135">
                <a:solidFill>
                  <a:srgbClr val="151311"/>
                </a:solidFill>
                <a:latin typeface="Arial"/>
                <a:cs typeface="Arial"/>
              </a:rPr>
              <a:t> </a:t>
            </a:r>
            <a:r>
              <a:rPr dirty="0" sz="2350" spc="-50">
                <a:solidFill>
                  <a:srgbClr val="151311"/>
                </a:solidFill>
                <a:latin typeface="Arial"/>
                <a:cs typeface="Arial"/>
              </a:rPr>
              <a:t>code </a:t>
            </a:r>
            <a:r>
              <a:rPr dirty="0" sz="2350" spc="-150">
                <a:solidFill>
                  <a:srgbClr val="151311"/>
                </a:solidFill>
                <a:latin typeface="Arial"/>
                <a:cs typeface="Arial"/>
              </a:rPr>
              <a:t>changes</a:t>
            </a:r>
            <a:r>
              <a:rPr dirty="0" sz="2350" spc="-200">
                <a:solidFill>
                  <a:srgbClr val="151311"/>
                </a:solidFill>
                <a:latin typeface="Arial"/>
                <a:cs typeface="Arial"/>
              </a:rPr>
              <a:t> </a:t>
            </a:r>
            <a:r>
              <a:rPr dirty="0" sz="2350" spc="-90">
                <a:solidFill>
                  <a:srgbClr val="151311"/>
                </a:solidFill>
                <a:latin typeface="Arial"/>
                <a:cs typeface="Arial"/>
              </a:rPr>
              <a:t>are</a:t>
            </a:r>
            <a:r>
              <a:rPr dirty="0" sz="2350" spc="-165">
                <a:solidFill>
                  <a:srgbClr val="151311"/>
                </a:solidFill>
                <a:latin typeface="Arial"/>
                <a:cs typeface="Arial"/>
              </a:rPr>
              <a:t> </a:t>
            </a:r>
            <a:r>
              <a:rPr dirty="0" sz="2350" spc="-10">
                <a:solidFill>
                  <a:srgbClr val="151311"/>
                </a:solidFill>
                <a:latin typeface="Arial"/>
                <a:cs typeface="Arial"/>
              </a:rPr>
              <a:t>required.</a:t>
            </a:r>
            <a:r>
              <a:rPr dirty="0" sz="2350">
                <a:solidFill>
                  <a:srgbClr val="151311"/>
                </a:solidFill>
                <a:latin typeface="Arial"/>
                <a:cs typeface="Arial"/>
              </a:rPr>
              <a:t>	</a:t>
            </a:r>
            <a:r>
              <a:rPr dirty="0" sz="2050" spc="340">
                <a:solidFill>
                  <a:srgbClr val="BF9962"/>
                </a:solidFill>
                <a:latin typeface="Arial"/>
                <a:cs typeface="Arial"/>
              </a:rPr>
              <a:t>/"V"</a:t>
            </a:r>
            <a:r>
              <a:rPr dirty="0" sz="2050" spc="210">
                <a:solidFill>
                  <a:srgbClr val="BF9962"/>
                </a:solidFill>
                <a:latin typeface="Arial"/>
                <a:cs typeface="Arial"/>
              </a:rPr>
              <a:t> </a:t>
            </a:r>
            <a:r>
              <a:rPr dirty="0" sz="2050" spc="-254">
                <a:solidFill>
                  <a:srgbClr val="BCAF9C"/>
                </a:solidFill>
                <a:latin typeface="Arial"/>
                <a:cs typeface="Arial"/>
              </a:rPr>
              <a:t>---</a:t>
            </a:r>
            <a:r>
              <a:rPr dirty="0" sz="2050" spc="-240">
                <a:solidFill>
                  <a:srgbClr val="BCAF9C"/>
                </a:solidFill>
                <a:latin typeface="Arial"/>
                <a:cs typeface="Arial"/>
              </a:rPr>
              <a:t>-</a:t>
            </a:r>
            <a:r>
              <a:rPr dirty="0" sz="2050" spc="-790">
                <a:solidFill>
                  <a:srgbClr val="BF9962"/>
                </a:solidFill>
                <a:latin typeface="Arial"/>
                <a:cs typeface="Arial"/>
              </a:rPr>
              <a:t>�</a:t>
            </a:r>
            <a:endParaRPr sz="2050">
              <a:latin typeface="Arial"/>
              <a:cs typeface="Arial"/>
            </a:endParaRPr>
          </a:p>
          <a:p>
            <a:pPr algn="just" marL="12700" marR="37465" indent="11430">
              <a:lnSpc>
                <a:spcPct val="98000"/>
              </a:lnSpc>
              <a:spcBef>
                <a:spcPts val="2365"/>
              </a:spcBef>
            </a:pPr>
            <a:r>
              <a:rPr dirty="0" sz="2350" spc="-130" b="1">
                <a:solidFill>
                  <a:srgbClr val="A87B36"/>
                </a:solidFill>
                <a:latin typeface="Arial"/>
                <a:cs typeface="Arial"/>
              </a:rPr>
              <a:t>Inconsistent</a:t>
            </a:r>
            <a:r>
              <a:rPr dirty="0" sz="2350" spc="135" b="1">
                <a:solidFill>
                  <a:srgbClr val="A87B36"/>
                </a:solidFill>
                <a:latin typeface="Arial"/>
                <a:cs typeface="Arial"/>
              </a:rPr>
              <a:t> </a:t>
            </a:r>
            <a:r>
              <a:rPr dirty="0" sz="2350" spc="-110" b="1">
                <a:solidFill>
                  <a:srgbClr val="A87B36"/>
                </a:solidFill>
                <a:latin typeface="Arial"/>
                <a:cs typeface="Arial"/>
              </a:rPr>
              <a:t>Quality:</a:t>
            </a:r>
            <a:r>
              <a:rPr dirty="0" sz="2350" spc="-50" b="1">
                <a:solidFill>
                  <a:srgbClr val="A87B36"/>
                </a:solidFill>
                <a:latin typeface="Arial"/>
                <a:cs typeface="Arial"/>
              </a:rPr>
              <a:t> </a:t>
            </a:r>
            <a:r>
              <a:rPr dirty="0" sz="2350" spc="-150">
                <a:solidFill>
                  <a:srgbClr val="151311"/>
                </a:solidFill>
                <a:latin typeface="Arial"/>
                <a:cs typeface="Arial"/>
              </a:rPr>
              <a:t>Resilience</a:t>
            </a:r>
            <a:r>
              <a:rPr dirty="0" sz="2350" spc="-5">
                <a:solidFill>
                  <a:srgbClr val="151311"/>
                </a:solidFill>
                <a:latin typeface="Arial"/>
                <a:cs typeface="Arial"/>
              </a:rPr>
              <a:t> </a:t>
            </a:r>
            <a:r>
              <a:rPr dirty="0" sz="2350" spc="-160">
                <a:solidFill>
                  <a:srgbClr val="151311"/>
                </a:solidFill>
                <a:latin typeface="Arial"/>
                <a:cs typeface="Arial"/>
              </a:rPr>
              <a:t>and</a:t>
            </a:r>
            <a:r>
              <a:rPr dirty="0" sz="2350" spc="-5">
                <a:solidFill>
                  <a:srgbClr val="151311"/>
                </a:solidFill>
                <a:latin typeface="Arial"/>
                <a:cs typeface="Arial"/>
              </a:rPr>
              <a:t> </a:t>
            </a:r>
            <a:r>
              <a:rPr dirty="0" sz="2350" spc="-10">
                <a:solidFill>
                  <a:srgbClr val="151311"/>
                </a:solidFill>
                <a:latin typeface="Arial"/>
                <a:cs typeface="Arial"/>
              </a:rPr>
              <a:t>vision </a:t>
            </a:r>
            <a:r>
              <a:rPr dirty="0" sz="2350" spc="-35">
                <a:solidFill>
                  <a:srgbClr val="151311"/>
                </a:solidFill>
                <a:latin typeface="Arial"/>
                <a:cs typeface="Arial"/>
              </a:rPr>
              <a:t>quality</a:t>
            </a:r>
            <a:r>
              <a:rPr dirty="0" sz="2350" spc="-130">
                <a:solidFill>
                  <a:srgbClr val="151311"/>
                </a:solidFill>
                <a:latin typeface="Arial"/>
                <a:cs typeface="Arial"/>
              </a:rPr>
              <a:t> </a:t>
            </a:r>
            <a:r>
              <a:rPr dirty="0" sz="2350" spc="-45">
                <a:solidFill>
                  <a:srgbClr val="151311"/>
                </a:solidFill>
                <a:latin typeface="Arial"/>
                <a:cs typeface="Arial"/>
              </a:rPr>
              <a:t>controls</a:t>
            </a:r>
            <a:r>
              <a:rPr dirty="0" sz="2350" spc="-114">
                <a:solidFill>
                  <a:srgbClr val="151311"/>
                </a:solidFill>
                <a:latin typeface="Arial"/>
                <a:cs typeface="Arial"/>
              </a:rPr>
              <a:t> </a:t>
            </a:r>
            <a:r>
              <a:rPr dirty="0" sz="2350" spc="-210">
                <a:solidFill>
                  <a:srgbClr val="151311"/>
                </a:solidFill>
                <a:latin typeface="Arial"/>
                <a:cs typeface="Arial"/>
              </a:rPr>
              <a:t>are</a:t>
            </a:r>
            <a:r>
              <a:rPr dirty="0" sz="2350" spc="50">
                <a:solidFill>
                  <a:srgbClr val="151311"/>
                </a:solidFill>
                <a:latin typeface="Arial"/>
                <a:cs typeface="Arial"/>
              </a:rPr>
              <a:t> </a:t>
            </a:r>
            <a:r>
              <a:rPr dirty="0" sz="2350" spc="-40">
                <a:solidFill>
                  <a:srgbClr val="151311"/>
                </a:solidFill>
                <a:latin typeface="Arial"/>
                <a:cs typeface="Arial"/>
              </a:rPr>
              <a:t>not</a:t>
            </a:r>
            <a:r>
              <a:rPr dirty="0" sz="2350" spc="-125">
                <a:solidFill>
                  <a:srgbClr val="151311"/>
                </a:solidFill>
                <a:latin typeface="Arial"/>
                <a:cs typeface="Arial"/>
              </a:rPr>
              <a:t> </a:t>
            </a:r>
            <a:r>
              <a:rPr dirty="0" sz="2350" spc="-50">
                <a:solidFill>
                  <a:srgbClr val="151311"/>
                </a:solidFill>
                <a:latin typeface="Arial"/>
                <a:cs typeface="Arial"/>
              </a:rPr>
              <a:t>uniformly</a:t>
            </a:r>
            <a:r>
              <a:rPr dirty="0" sz="2350" spc="-20">
                <a:solidFill>
                  <a:srgbClr val="151311"/>
                </a:solidFill>
                <a:latin typeface="Arial"/>
                <a:cs typeface="Arial"/>
              </a:rPr>
              <a:t> </a:t>
            </a:r>
            <a:r>
              <a:rPr dirty="0" sz="2350" spc="-85">
                <a:solidFill>
                  <a:srgbClr val="151311"/>
                </a:solidFill>
                <a:latin typeface="Arial"/>
                <a:cs typeface="Arial"/>
              </a:rPr>
              <a:t>enforcecf</a:t>
            </a:r>
            <a:r>
              <a:rPr dirty="0" sz="2350" spc="-85">
                <a:solidFill>
                  <a:srgbClr val="312F2D"/>
                </a:solidFill>
                <a:latin typeface="Arial"/>
                <a:cs typeface="Arial"/>
              </a:rPr>
              <a:t>, </a:t>
            </a:r>
            <a:r>
              <a:rPr dirty="0" sz="2350" spc="-55">
                <a:solidFill>
                  <a:srgbClr val="151311"/>
                </a:solidFill>
                <a:latin typeface="Arial"/>
                <a:cs typeface="Arial"/>
              </a:rPr>
              <a:t>leading</a:t>
            </a:r>
            <a:r>
              <a:rPr dirty="0" sz="2350" spc="-365">
                <a:solidFill>
                  <a:srgbClr val="151311"/>
                </a:solidFill>
                <a:latin typeface="Arial"/>
                <a:cs typeface="Arial"/>
              </a:rPr>
              <a:t> </a:t>
            </a:r>
            <a:r>
              <a:rPr dirty="0" sz="2350" spc="65">
                <a:solidFill>
                  <a:srgbClr val="151311"/>
                </a:solidFill>
                <a:latin typeface="Arial"/>
                <a:cs typeface="Arial"/>
              </a:rPr>
              <a:t>to</a:t>
            </a:r>
            <a:r>
              <a:rPr dirty="0" sz="2350" spc="-225">
                <a:solidFill>
                  <a:srgbClr val="151311"/>
                </a:solidFill>
                <a:latin typeface="Arial"/>
                <a:cs typeface="Arial"/>
              </a:rPr>
              <a:t> </a:t>
            </a:r>
            <a:r>
              <a:rPr dirty="0" sz="2350" spc="-75">
                <a:solidFill>
                  <a:srgbClr val="151311"/>
                </a:solidFill>
                <a:latin typeface="Arial"/>
                <a:cs typeface="Arial"/>
              </a:rPr>
              <a:t>unpredictable</a:t>
            </a:r>
            <a:r>
              <a:rPr dirty="0" sz="2350" spc="-105">
                <a:solidFill>
                  <a:srgbClr val="151311"/>
                </a:solidFill>
                <a:latin typeface="Arial"/>
                <a:cs typeface="Arial"/>
              </a:rPr>
              <a:t> </a:t>
            </a:r>
            <a:r>
              <a:rPr dirty="0" sz="2350" spc="-10">
                <a:solidFill>
                  <a:srgbClr val="151311"/>
                </a:solidFill>
                <a:latin typeface="Arial"/>
                <a:cs typeface="Arial"/>
              </a:rPr>
              <a:t>results</a:t>
            </a:r>
            <a:r>
              <a:rPr dirty="0" sz="2350" spc="-10">
                <a:solidFill>
                  <a:srgbClr val="312F2D"/>
                </a:solidFill>
                <a:latin typeface="Arial"/>
                <a:cs typeface="Arial"/>
              </a:rPr>
              <a:t>.</a:t>
            </a:r>
            <a:endParaRPr sz="23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65503" y="3830108"/>
            <a:ext cx="1222744" cy="142980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075206" y="3804575"/>
            <a:ext cx="1375587" cy="148087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386804" y="3906705"/>
            <a:ext cx="1477482" cy="127661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4621980" y="3881173"/>
            <a:ext cx="1401061" cy="1378743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8075207" y="4289688"/>
            <a:ext cx="0" cy="447040"/>
          </a:xfrm>
          <a:custGeom>
            <a:avLst/>
            <a:gdLst/>
            <a:ahLst/>
            <a:cxnLst/>
            <a:rect l="l" t="t" r="r" b="b"/>
            <a:pathLst>
              <a:path w="0" h="447039">
                <a:moveTo>
                  <a:pt x="0" y="446814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9425320" y="4353519"/>
            <a:ext cx="0" cy="421640"/>
          </a:xfrm>
          <a:custGeom>
            <a:avLst/>
            <a:gdLst/>
            <a:ahLst/>
            <a:cxnLst/>
            <a:rect l="l" t="t" r="r" b="b"/>
            <a:pathLst>
              <a:path w="0" h="421639">
                <a:moveTo>
                  <a:pt x="0" y="421282"/>
                </a:moveTo>
                <a:lnTo>
                  <a:pt x="0" y="0"/>
                </a:lnTo>
              </a:path>
            </a:pathLst>
          </a:custGeom>
          <a:ln w="3821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1221225" y="3919470"/>
            <a:ext cx="0" cy="1225550"/>
          </a:xfrm>
          <a:custGeom>
            <a:avLst/>
            <a:gdLst/>
            <a:ahLst/>
            <a:cxnLst/>
            <a:rect l="l" t="t" r="r" b="b"/>
            <a:pathLst>
              <a:path w="0" h="1225550">
                <a:moveTo>
                  <a:pt x="0" y="1225549"/>
                </a:moveTo>
                <a:lnTo>
                  <a:pt x="0" y="0"/>
                </a:lnTo>
              </a:path>
            </a:pathLst>
          </a:custGeom>
          <a:ln w="7642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2838814" y="3945002"/>
            <a:ext cx="0" cy="1212850"/>
          </a:xfrm>
          <a:custGeom>
            <a:avLst/>
            <a:gdLst/>
            <a:ahLst/>
            <a:cxnLst/>
            <a:rect l="l" t="t" r="r" b="b"/>
            <a:pathLst>
              <a:path w="0" h="1212850">
                <a:moveTo>
                  <a:pt x="0" y="1212783"/>
                </a:moveTo>
                <a:lnTo>
                  <a:pt x="0" y="0"/>
                </a:lnTo>
              </a:path>
            </a:pathLst>
          </a:custGeom>
          <a:ln w="3821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xfrm>
            <a:off x="2101616" y="427996"/>
            <a:ext cx="13300710" cy="1412240"/>
          </a:xfrm>
          <a:prstGeom prst="rect"/>
        </p:spPr>
        <p:txBody>
          <a:bodyPr wrap="square" lIns="0" tIns="32384" rIns="0" bIns="0" rtlCol="0" vert="horz">
            <a:spAutoFit/>
          </a:bodyPr>
          <a:lstStyle/>
          <a:p>
            <a:pPr marL="3515360" marR="5080" indent="-3502660">
              <a:lnSpc>
                <a:spcPts val="5430"/>
              </a:lnSpc>
              <a:spcBef>
                <a:spcPts val="254"/>
              </a:spcBef>
            </a:pPr>
            <a:r>
              <a:rPr dirty="0" sz="4550" spc="185">
                <a:solidFill>
                  <a:srgbClr val="13110C"/>
                </a:solidFill>
              </a:rPr>
              <a:t>The</a:t>
            </a:r>
            <a:r>
              <a:rPr dirty="0" sz="4550" spc="-240">
                <a:solidFill>
                  <a:srgbClr val="13110C"/>
                </a:solidFill>
              </a:rPr>
              <a:t> </a:t>
            </a:r>
            <a:r>
              <a:rPr dirty="0" sz="4550">
                <a:solidFill>
                  <a:srgbClr val="13110C"/>
                </a:solidFill>
              </a:rPr>
              <a:t>Solution:</a:t>
            </a:r>
            <a:r>
              <a:rPr dirty="0" sz="4550" spc="-60">
                <a:solidFill>
                  <a:srgbClr val="13110C"/>
                </a:solidFill>
              </a:rPr>
              <a:t> </a:t>
            </a:r>
            <a:r>
              <a:rPr dirty="0" sz="4550" spc="65">
                <a:solidFill>
                  <a:srgbClr val="13110C"/>
                </a:solidFill>
              </a:rPr>
              <a:t>A</a:t>
            </a:r>
            <a:r>
              <a:rPr dirty="0" sz="4550" spc="-135">
                <a:solidFill>
                  <a:srgbClr val="13110C"/>
                </a:solidFill>
              </a:rPr>
              <a:t> </a:t>
            </a:r>
            <a:r>
              <a:rPr dirty="0" sz="4550" spc="105">
                <a:solidFill>
                  <a:srgbClr val="13110C"/>
                </a:solidFill>
              </a:rPr>
              <a:t>Step-</a:t>
            </a:r>
            <a:r>
              <a:rPr dirty="0" sz="4550" spc="130">
                <a:solidFill>
                  <a:srgbClr val="13110C"/>
                </a:solidFill>
              </a:rPr>
              <a:t>Change</a:t>
            </a:r>
            <a:r>
              <a:rPr dirty="0" sz="4550" spc="235">
                <a:solidFill>
                  <a:srgbClr val="13110C"/>
                </a:solidFill>
              </a:rPr>
              <a:t> </a:t>
            </a:r>
            <a:r>
              <a:rPr dirty="0" sz="4550" spc="190">
                <a:solidFill>
                  <a:srgbClr val="13110C"/>
                </a:solidFill>
              </a:rPr>
              <a:t>to</a:t>
            </a:r>
            <a:r>
              <a:rPr dirty="0" sz="4550" spc="-300">
                <a:solidFill>
                  <a:srgbClr val="13110C"/>
                </a:solidFill>
              </a:rPr>
              <a:t> </a:t>
            </a:r>
            <a:r>
              <a:rPr dirty="0" sz="4550" spc="175">
                <a:solidFill>
                  <a:srgbClr val="13110C"/>
                </a:solidFill>
              </a:rPr>
              <a:t>a</a:t>
            </a:r>
            <a:r>
              <a:rPr dirty="0" sz="4550" spc="-225">
                <a:solidFill>
                  <a:srgbClr val="13110C"/>
                </a:solidFill>
              </a:rPr>
              <a:t> </a:t>
            </a:r>
            <a:r>
              <a:rPr dirty="0" sz="4550" spc="90">
                <a:solidFill>
                  <a:srgbClr val="13110C"/>
                </a:solidFill>
              </a:rPr>
              <a:t>Self-</a:t>
            </a:r>
            <a:r>
              <a:rPr dirty="0" sz="4550" spc="95">
                <a:solidFill>
                  <a:srgbClr val="13110C"/>
                </a:solidFill>
              </a:rPr>
              <a:t>Healing, </a:t>
            </a:r>
            <a:r>
              <a:rPr dirty="0" sz="4550" spc="65">
                <a:solidFill>
                  <a:srgbClr val="13110C"/>
                </a:solidFill>
              </a:rPr>
              <a:t>Agentic </a:t>
            </a:r>
            <a:r>
              <a:rPr dirty="0" sz="4550" spc="85">
                <a:solidFill>
                  <a:srgbClr val="13110C"/>
                </a:solidFill>
              </a:rPr>
              <a:t>Al</a:t>
            </a:r>
            <a:r>
              <a:rPr dirty="0" sz="4550" spc="-315">
                <a:solidFill>
                  <a:srgbClr val="13110C"/>
                </a:solidFill>
              </a:rPr>
              <a:t> </a:t>
            </a:r>
            <a:r>
              <a:rPr dirty="0" sz="4550" spc="65">
                <a:solidFill>
                  <a:srgbClr val="13110C"/>
                </a:solidFill>
              </a:rPr>
              <a:t>Framework</a:t>
            </a:r>
            <a:endParaRPr sz="4550"/>
          </a:p>
        </p:txBody>
      </p:sp>
      <p:sp>
        <p:nvSpPr>
          <p:cNvPr id="21" name="object 2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00"/>
              </a:lnSpc>
            </a:pPr>
            <a:r>
              <a:rPr dirty="0" sz="1300" spc="-20"/>
              <a:t>Isl\</a:t>
            </a:r>
            <a:r>
              <a:rPr dirty="0" sz="1300" spc="-45"/>
              <a:t> </a:t>
            </a:r>
            <a:r>
              <a:rPr dirty="0" spc="-10">
                <a:solidFill>
                  <a:srgbClr val="151311"/>
                </a:solidFill>
              </a:rPr>
              <a:t>N</a:t>
            </a:r>
            <a:r>
              <a:rPr dirty="0" spc="-10"/>
              <a:t>otebookL</a:t>
            </a:r>
            <a:r>
              <a:rPr dirty="0" spc="-10">
                <a:solidFill>
                  <a:srgbClr val="151311"/>
                </a:solidFill>
              </a:rPr>
              <a:t>M</a:t>
            </a:r>
            <a:endParaRPr sz="1300"/>
          </a:p>
        </p:txBody>
      </p:sp>
      <p:sp>
        <p:nvSpPr>
          <p:cNvPr id="11" name="object 11"/>
          <p:cNvSpPr txBox="1"/>
          <p:nvPr/>
        </p:nvSpPr>
        <p:spPr>
          <a:xfrm>
            <a:off x="4294447" y="2176959"/>
            <a:ext cx="8898255" cy="104965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731010" marR="5080" indent="-1718945">
              <a:lnSpc>
                <a:spcPct val="100000"/>
              </a:lnSpc>
              <a:spcBef>
                <a:spcPts val="114"/>
              </a:spcBef>
            </a:pPr>
            <a:r>
              <a:rPr dirty="0" sz="3350" spc="110">
                <a:solidFill>
                  <a:srgbClr val="13110C"/>
                </a:solidFill>
                <a:latin typeface="Times New Roman"/>
                <a:cs typeface="Times New Roman"/>
              </a:rPr>
              <a:t>Introducing</a:t>
            </a:r>
            <a:r>
              <a:rPr dirty="0" sz="3350" spc="-175">
                <a:solidFill>
                  <a:srgbClr val="13110C"/>
                </a:solidFill>
                <a:latin typeface="Times New Roman"/>
                <a:cs typeface="Times New Roman"/>
              </a:rPr>
              <a:t> </a:t>
            </a:r>
            <a:r>
              <a:rPr dirty="0" sz="3350">
                <a:solidFill>
                  <a:srgbClr val="13110C"/>
                </a:solidFill>
                <a:latin typeface="Times New Roman"/>
                <a:cs typeface="Times New Roman"/>
              </a:rPr>
              <a:t>Akka</a:t>
            </a:r>
            <a:r>
              <a:rPr dirty="0" sz="3350" spc="-130">
                <a:solidFill>
                  <a:srgbClr val="13110C"/>
                </a:solidFill>
                <a:latin typeface="Times New Roman"/>
                <a:cs typeface="Times New Roman"/>
              </a:rPr>
              <a:t> </a:t>
            </a:r>
            <a:r>
              <a:rPr dirty="0" sz="3350" spc="-70">
                <a:solidFill>
                  <a:srgbClr val="13110C"/>
                </a:solidFill>
                <a:latin typeface="Times New Roman"/>
                <a:cs typeface="Times New Roman"/>
              </a:rPr>
              <a:t>IDP,</a:t>
            </a:r>
            <a:r>
              <a:rPr dirty="0" sz="3350" spc="-45">
                <a:solidFill>
                  <a:srgbClr val="13110C"/>
                </a:solidFill>
                <a:latin typeface="Times New Roman"/>
                <a:cs typeface="Times New Roman"/>
              </a:rPr>
              <a:t> </a:t>
            </a:r>
            <a:r>
              <a:rPr dirty="0" sz="3350" spc="155">
                <a:solidFill>
                  <a:srgbClr val="13110C"/>
                </a:solidFill>
                <a:latin typeface="Times New Roman"/>
                <a:cs typeface="Times New Roman"/>
              </a:rPr>
              <a:t>an</a:t>
            </a:r>
            <a:r>
              <a:rPr dirty="0" sz="3350" spc="-204">
                <a:solidFill>
                  <a:srgbClr val="13110C"/>
                </a:solidFill>
                <a:latin typeface="Times New Roman"/>
                <a:cs typeface="Times New Roman"/>
              </a:rPr>
              <a:t> </a:t>
            </a:r>
            <a:r>
              <a:rPr dirty="0" sz="3350" spc="-45">
                <a:solidFill>
                  <a:srgbClr val="13110C"/>
                </a:solidFill>
                <a:latin typeface="Times New Roman"/>
                <a:cs typeface="Times New Roman"/>
              </a:rPr>
              <a:t>SDK-</a:t>
            </a:r>
            <a:r>
              <a:rPr dirty="0" sz="3350">
                <a:solidFill>
                  <a:srgbClr val="13110C"/>
                </a:solidFill>
                <a:latin typeface="Times New Roman"/>
                <a:cs typeface="Times New Roman"/>
              </a:rPr>
              <a:t>based</a:t>
            </a:r>
            <a:r>
              <a:rPr dirty="0" sz="3350" spc="35">
                <a:solidFill>
                  <a:srgbClr val="13110C"/>
                </a:solidFill>
                <a:latin typeface="Times New Roman"/>
                <a:cs typeface="Times New Roman"/>
              </a:rPr>
              <a:t> </a:t>
            </a:r>
            <a:r>
              <a:rPr dirty="0" sz="3350" spc="100">
                <a:solidFill>
                  <a:srgbClr val="13110C"/>
                </a:solidFill>
                <a:latin typeface="Times New Roman"/>
                <a:cs typeface="Times New Roman"/>
              </a:rPr>
              <a:t>architecture </a:t>
            </a:r>
            <a:r>
              <a:rPr dirty="0" sz="3350" spc="55">
                <a:solidFill>
                  <a:srgbClr val="13110C"/>
                </a:solidFill>
                <a:latin typeface="Times New Roman"/>
                <a:cs typeface="Times New Roman"/>
              </a:rPr>
              <a:t>built</a:t>
            </a:r>
            <a:r>
              <a:rPr dirty="0" sz="3350" spc="-114">
                <a:solidFill>
                  <a:srgbClr val="13110C"/>
                </a:solidFill>
                <a:latin typeface="Times New Roman"/>
                <a:cs typeface="Times New Roman"/>
              </a:rPr>
              <a:t> </a:t>
            </a:r>
            <a:r>
              <a:rPr dirty="0" sz="3350" spc="65">
                <a:solidFill>
                  <a:srgbClr val="13110C"/>
                </a:solidFill>
                <a:latin typeface="Times New Roman"/>
                <a:cs typeface="Times New Roman"/>
              </a:rPr>
              <a:t>for</a:t>
            </a:r>
            <a:r>
              <a:rPr dirty="0" sz="3350" spc="175">
                <a:solidFill>
                  <a:srgbClr val="13110C"/>
                </a:solidFill>
                <a:latin typeface="Times New Roman"/>
                <a:cs typeface="Times New Roman"/>
              </a:rPr>
              <a:t> </a:t>
            </a:r>
            <a:r>
              <a:rPr dirty="0" sz="3350" spc="85">
                <a:solidFill>
                  <a:srgbClr val="13110C"/>
                </a:solidFill>
                <a:latin typeface="Times New Roman"/>
                <a:cs typeface="Times New Roman"/>
              </a:rPr>
              <a:t>resilience</a:t>
            </a:r>
            <a:r>
              <a:rPr dirty="0" sz="3350" spc="65">
                <a:solidFill>
                  <a:srgbClr val="13110C"/>
                </a:solidFill>
                <a:latin typeface="Times New Roman"/>
                <a:cs typeface="Times New Roman"/>
              </a:rPr>
              <a:t> </a:t>
            </a:r>
            <a:r>
              <a:rPr dirty="0" sz="3350" spc="160">
                <a:solidFill>
                  <a:srgbClr val="13110C"/>
                </a:solidFill>
                <a:latin typeface="Times New Roman"/>
                <a:cs typeface="Times New Roman"/>
              </a:rPr>
              <a:t>and</a:t>
            </a:r>
            <a:r>
              <a:rPr dirty="0" sz="3350" spc="-100">
                <a:solidFill>
                  <a:srgbClr val="13110C"/>
                </a:solidFill>
                <a:latin typeface="Times New Roman"/>
                <a:cs typeface="Times New Roman"/>
              </a:rPr>
              <a:t> </a:t>
            </a:r>
            <a:r>
              <a:rPr dirty="0" sz="3350" spc="130">
                <a:solidFill>
                  <a:srgbClr val="13110C"/>
                </a:solidFill>
                <a:latin typeface="Times New Roman"/>
                <a:cs typeface="Times New Roman"/>
              </a:rPr>
              <a:t>speed.</a:t>
            </a:r>
            <a:endParaRPr sz="33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838497" y="3910693"/>
            <a:ext cx="675640" cy="1223010"/>
          </a:xfrm>
          <a:prstGeom prst="rect">
            <a:avLst/>
          </a:prstGeom>
          <a:solidFill>
            <a:srgbClr val="2A547C"/>
          </a:solidFill>
        </p:spPr>
        <p:txBody>
          <a:bodyPr wrap="square" lIns="0" tIns="26034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204"/>
              </a:spcBef>
            </a:pPr>
            <a:r>
              <a:rPr dirty="0" sz="7200" spc="310" i="1">
                <a:solidFill>
                  <a:srgbClr val="F2F9F9"/>
                </a:solidFill>
                <a:latin typeface="Times New Roman"/>
                <a:cs typeface="Times New Roman"/>
              </a:rPr>
              <a:t>a</a:t>
            </a:r>
            <a:endParaRPr sz="72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336457" y="5617435"/>
            <a:ext cx="1699260" cy="7918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219710">
              <a:lnSpc>
                <a:spcPct val="100499"/>
              </a:lnSpc>
              <a:spcBef>
                <a:spcPts val="95"/>
              </a:spcBef>
            </a:pPr>
            <a:r>
              <a:rPr dirty="0" sz="2500" spc="-10" b="1">
                <a:solidFill>
                  <a:srgbClr val="2A4964"/>
                </a:solidFill>
                <a:latin typeface="Arial"/>
                <a:cs typeface="Arial"/>
              </a:rPr>
              <a:t>Durable </a:t>
            </a:r>
            <a:r>
              <a:rPr dirty="0" sz="2500" spc="40" b="1">
                <a:solidFill>
                  <a:srgbClr val="2A4964"/>
                </a:solidFill>
                <a:latin typeface="Arial"/>
                <a:cs typeface="Arial"/>
              </a:rPr>
              <a:t>Workflows</a:t>
            </a:r>
            <a:endParaRPr sz="25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59271" y="6945114"/>
            <a:ext cx="2858770" cy="1681480"/>
          </a:xfrm>
          <a:prstGeom prst="rect">
            <a:avLst/>
          </a:prstGeom>
        </p:spPr>
        <p:txBody>
          <a:bodyPr wrap="square" lIns="0" tIns="43180" rIns="0" bIns="0" rtlCol="0" vert="horz">
            <a:spAutoFit/>
          </a:bodyPr>
          <a:lstStyle/>
          <a:p>
            <a:pPr algn="ctr" marL="12700" marR="5080">
              <a:lnSpc>
                <a:spcPct val="91700"/>
              </a:lnSpc>
              <a:spcBef>
                <a:spcPts val="340"/>
              </a:spcBef>
            </a:pPr>
            <a:r>
              <a:rPr dirty="0" sz="2300" spc="-60">
                <a:solidFill>
                  <a:srgbClr val="282824"/>
                </a:solidFill>
                <a:latin typeface="Times New Roman"/>
                <a:cs typeface="Times New Roman"/>
              </a:rPr>
              <a:t>Built-in</a:t>
            </a:r>
            <a:r>
              <a:rPr dirty="0" sz="2300" spc="-70">
                <a:solidFill>
                  <a:srgbClr val="282824"/>
                </a:solidFill>
                <a:latin typeface="Times New Roman"/>
                <a:cs typeface="Times New Roman"/>
              </a:rPr>
              <a:t> </a:t>
            </a:r>
            <a:r>
              <a:rPr dirty="0" sz="2300">
                <a:solidFill>
                  <a:srgbClr val="282824"/>
                </a:solidFill>
                <a:latin typeface="Times New Roman"/>
                <a:cs typeface="Times New Roman"/>
              </a:rPr>
              <a:t>state</a:t>
            </a:r>
            <a:r>
              <a:rPr dirty="0" sz="2300" spc="65">
                <a:solidFill>
                  <a:srgbClr val="282824"/>
                </a:solidFill>
                <a:latin typeface="Times New Roman"/>
                <a:cs typeface="Times New Roman"/>
              </a:rPr>
              <a:t> </a:t>
            </a:r>
            <a:r>
              <a:rPr dirty="0" sz="2300" spc="-10">
                <a:solidFill>
                  <a:srgbClr val="282824"/>
                </a:solidFill>
                <a:latin typeface="Times New Roman"/>
                <a:cs typeface="Times New Roman"/>
              </a:rPr>
              <a:t>persistence </a:t>
            </a:r>
            <a:r>
              <a:rPr dirty="0" sz="2300">
                <a:solidFill>
                  <a:srgbClr val="282824"/>
                </a:solidFill>
                <a:latin typeface="Times New Roman"/>
                <a:cs typeface="Times New Roman"/>
              </a:rPr>
              <a:t>and</a:t>
            </a:r>
            <a:r>
              <a:rPr dirty="0" sz="2300" spc="-70">
                <a:solidFill>
                  <a:srgbClr val="282824"/>
                </a:solidFill>
                <a:latin typeface="Times New Roman"/>
                <a:cs typeface="Times New Roman"/>
              </a:rPr>
              <a:t> </a:t>
            </a:r>
            <a:r>
              <a:rPr dirty="0" sz="2300">
                <a:solidFill>
                  <a:srgbClr val="282824"/>
                </a:solidFill>
                <a:latin typeface="Times New Roman"/>
                <a:cs typeface="Times New Roman"/>
              </a:rPr>
              <a:t>automatic</a:t>
            </a:r>
            <a:r>
              <a:rPr dirty="0" sz="2300" spc="65">
                <a:solidFill>
                  <a:srgbClr val="282824"/>
                </a:solidFill>
                <a:latin typeface="Times New Roman"/>
                <a:cs typeface="Times New Roman"/>
              </a:rPr>
              <a:t> </a:t>
            </a:r>
            <a:r>
              <a:rPr dirty="0" sz="2300" spc="-10">
                <a:solidFill>
                  <a:srgbClr val="282824"/>
                </a:solidFill>
                <a:latin typeface="Times New Roman"/>
                <a:cs typeface="Times New Roman"/>
              </a:rPr>
              <a:t>recovery </a:t>
            </a:r>
            <a:r>
              <a:rPr dirty="0" sz="2300">
                <a:solidFill>
                  <a:srgbClr val="282824"/>
                </a:solidFill>
                <a:latin typeface="Times New Roman"/>
                <a:cs typeface="Times New Roman"/>
              </a:rPr>
              <a:t>at </a:t>
            </a:r>
            <a:r>
              <a:rPr dirty="0" sz="2300" spc="-30">
                <a:solidFill>
                  <a:srgbClr val="282824"/>
                </a:solidFill>
                <a:latin typeface="Times New Roman"/>
                <a:cs typeface="Times New Roman"/>
              </a:rPr>
              <a:t>every</a:t>
            </a:r>
            <a:r>
              <a:rPr dirty="0" sz="2300" spc="-204">
                <a:solidFill>
                  <a:srgbClr val="282824"/>
                </a:solidFill>
                <a:latin typeface="Times New Roman"/>
                <a:cs typeface="Times New Roman"/>
              </a:rPr>
              <a:t> </a:t>
            </a:r>
            <a:r>
              <a:rPr dirty="0" sz="2300" spc="50">
                <a:solidFill>
                  <a:srgbClr val="282824"/>
                </a:solidFill>
                <a:latin typeface="Times New Roman"/>
                <a:cs typeface="Times New Roman"/>
              </a:rPr>
              <a:t>step.</a:t>
            </a:r>
            <a:r>
              <a:rPr dirty="0" sz="2300" spc="-215">
                <a:solidFill>
                  <a:srgbClr val="282824"/>
                </a:solidFill>
                <a:latin typeface="Times New Roman"/>
                <a:cs typeface="Times New Roman"/>
              </a:rPr>
              <a:t> </a:t>
            </a:r>
            <a:r>
              <a:rPr dirty="0" sz="2300" spc="-254">
                <a:solidFill>
                  <a:srgbClr val="282824"/>
                </a:solidFill>
                <a:latin typeface="Times New Roman"/>
                <a:cs typeface="Times New Roman"/>
              </a:rPr>
              <a:t>A</a:t>
            </a:r>
            <a:r>
              <a:rPr dirty="0" sz="2300" spc="-150">
                <a:solidFill>
                  <a:srgbClr val="282824"/>
                </a:solidFill>
                <a:latin typeface="Times New Roman"/>
                <a:cs typeface="Times New Roman"/>
              </a:rPr>
              <a:t> </a:t>
            </a:r>
            <a:r>
              <a:rPr dirty="0" sz="2300" spc="-10">
                <a:solidFill>
                  <a:srgbClr val="383834"/>
                </a:solidFill>
                <a:latin typeface="Times New Roman"/>
                <a:cs typeface="Times New Roman"/>
              </a:rPr>
              <a:t>failure </a:t>
            </a:r>
            <a:r>
              <a:rPr dirty="0" sz="2300">
                <a:solidFill>
                  <a:srgbClr val="13110C"/>
                </a:solidFill>
                <a:latin typeface="Times New Roman"/>
                <a:cs typeface="Times New Roman"/>
              </a:rPr>
              <a:t>resumes</a:t>
            </a:r>
            <a:r>
              <a:rPr dirty="0" sz="2300" spc="-75">
                <a:solidFill>
                  <a:srgbClr val="13110C"/>
                </a:solidFill>
                <a:latin typeface="Times New Roman"/>
                <a:cs typeface="Times New Roman"/>
              </a:rPr>
              <a:t> </a:t>
            </a:r>
            <a:r>
              <a:rPr dirty="0" sz="2350" spc="-45" i="1">
                <a:solidFill>
                  <a:srgbClr val="282824"/>
                </a:solidFill>
                <a:latin typeface="Times New Roman"/>
                <a:cs typeface="Times New Roman"/>
              </a:rPr>
              <a:t>exactly</a:t>
            </a:r>
            <a:r>
              <a:rPr dirty="0" sz="2350" spc="-130" i="1">
                <a:solidFill>
                  <a:srgbClr val="282824"/>
                </a:solidFill>
                <a:latin typeface="Times New Roman"/>
                <a:cs typeface="Times New Roman"/>
              </a:rPr>
              <a:t> </a:t>
            </a:r>
            <a:r>
              <a:rPr dirty="0" sz="2350" spc="-10" i="1">
                <a:solidFill>
                  <a:srgbClr val="282824"/>
                </a:solidFill>
                <a:latin typeface="Times New Roman"/>
                <a:cs typeface="Times New Roman"/>
              </a:rPr>
              <a:t>where</a:t>
            </a:r>
            <a:endParaRPr sz="2350">
              <a:latin typeface="Times New Roman"/>
              <a:cs typeface="Times New Roman"/>
            </a:endParaRPr>
          </a:p>
          <a:p>
            <a:pPr algn="ctr" marL="22860">
              <a:lnSpc>
                <a:spcPts val="2615"/>
              </a:lnSpc>
            </a:pPr>
            <a:r>
              <a:rPr dirty="0" sz="2350" i="1">
                <a:solidFill>
                  <a:srgbClr val="282824"/>
                </a:solidFill>
                <a:latin typeface="Times New Roman"/>
                <a:cs typeface="Times New Roman"/>
              </a:rPr>
              <a:t>it</a:t>
            </a:r>
            <a:r>
              <a:rPr dirty="0" sz="2350" spc="-150" i="1">
                <a:solidFill>
                  <a:srgbClr val="282824"/>
                </a:solidFill>
                <a:latin typeface="Times New Roman"/>
                <a:cs typeface="Times New Roman"/>
              </a:rPr>
              <a:t> </a:t>
            </a:r>
            <a:r>
              <a:rPr dirty="0" sz="2350" spc="-10" i="1">
                <a:solidFill>
                  <a:srgbClr val="282824"/>
                </a:solidFill>
                <a:latin typeface="Times New Roman"/>
                <a:cs typeface="Times New Roman"/>
              </a:rPr>
              <a:t>occurred.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036023" y="5617435"/>
            <a:ext cx="2877185" cy="3046095"/>
          </a:xfrm>
          <a:prstGeom prst="rect">
            <a:avLst/>
          </a:prstGeom>
        </p:spPr>
        <p:txBody>
          <a:bodyPr wrap="square" lIns="0" tIns="24765" rIns="0" bIns="0" rtlCol="0" vert="horz">
            <a:spAutoFit/>
          </a:bodyPr>
          <a:lstStyle/>
          <a:p>
            <a:pPr algn="ctr" marL="203835" marR="177800" indent="-15875">
              <a:lnSpc>
                <a:spcPts val="3020"/>
              </a:lnSpc>
              <a:spcBef>
                <a:spcPts val="195"/>
              </a:spcBef>
            </a:pPr>
            <a:r>
              <a:rPr dirty="0" sz="2500" spc="60" b="1">
                <a:solidFill>
                  <a:srgbClr val="2A4964"/>
                </a:solidFill>
                <a:latin typeface="Arial"/>
                <a:cs typeface="Arial"/>
              </a:rPr>
              <a:t>Native </a:t>
            </a:r>
            <a:r>
              <a:rPr dirty="0" sz="2500" spc="45" b="1">
                <a:solidFill>
                  <a:srgbClr val="2A4964"/>
                </a:solidFill>
                <a:latin typeface="Arial"/>
                <a:cs typeface="Arial"/>
              </a:rPr>
              <a:t>Orchestration</a:t>
            </a:r>
            <a:r>
              <a:rPr dirty="0" sz="2500" b="1">
                <a:solidFill>
                  <a:srgbClr val="2A4964"/>
                </a:solidFill>
                <a:latin typeface="Arial"/>
                <a:cs typeface="Arial"/>
              </a:rPr>
              <a:t> </a:t>
            </a:r>
            <a:r>
              <a:rPr dirty="0" sz="2750" spc="-375">
                <a:solidFill>
                  <a:srgbClr val="2A4964"/>
                </a:solidFill>
                <a:latin typeface="Times New Roman"/>
                <a:cs typeface="Times New Roman"/>
              </a:rPr>
              <a:t>&amp; </a:t>
            </a:r>
            <a:r>
              <a:rPr dirty="0" sz="2500" spc="-10" b="1">
                <a:solidFill>
                  <a:srgbClr val="2A4964"/>
                </a:solidFill>
                <a:latin typeface="Arial"/>
                <a:cs typeface="Arial"/>
              </a:rPr>
              <a:t>Supervision</a:t>
            </a:r>
            <a:endParaRPr sz="2500">
              <a:latin typeface="Arial"/>
              <a:cs typeface="Arial"/>
            </a:endParaRPr>
          </a:p>
          <a:p>
            <a:pPr algn="ctr" marL="12700" marR="5080" indent="6985">
              <a:lnSpc>
                <a:spcPct val="92000"/>
              </a:lnSpc>
              <a:spcBef>
                <a:spcPts val="1935"/>
              </a:spcBef>
            </a:pPr>
            <a:r>
              <a:rPr dirty="0" sz="2300" spc="-254">
                <a:solidFill>
                  <a:srgbClr val="282824"/>
                </a:solidFill>
                <a:latin typeface="Times New Roman"/>
                <a:cs typeface="Times New Roman"/>
              </a:rPr>
              <a:t>A</a:t>
            </a:r>
            <a:r>
              <a:rPr dirty="0" sz="2300" spc="-240">
                <a:solidFill>
                  <a:srgbClr val="282824"/>
                </a:solidFill>
                <a:latin typeface="Times New Roman"/>
                <a:cs typeface="Times New Roman"/>
              </a:rPr>
              <a:t> </a:t>
            </a:r>
            <a:r>
              <a:rPr dirty="0" sz="2300">
                <a:solidFill>
                  <a:srgbClr val="282824"/>
                </a:solidFill>
                <a:latin typeface="Times New Roman"/>
                <a:cs typeface="Times New Roman"/>
              </a:rPr>
              <a:t>coordinated</a:t>
            </a:r>
            <a:r>
              <a:rPr dirty="0" sz="2300" spc="-50">
                <a:solidFill>
                  <a:srgbClr val="282824"/>
                </a:solidFill>
                <a:latin typeface="Times New Roman"/>
                <a:cs typeface="Times New Roman"/>
              </a:rPr>
              <a:t> </a:t>
            </a:r>
            <a:r>
              <a:rPr dirty="0" sz="2300">
                <a:solidFill>
                  <a:srgbClr val="282824"/>
                </a:solidFill>
                <a:latin typeface="Times New Roman"/>
                <a:cs typeface="Times New Roman"/>
              </a:rPr>
              <a:t>swarm</a:t>
            </a:r>
            <a:r>
              <a:rPr dirty="0" sz="2300" spc="-10">
                <a:solidFill>
                  <a:srgbClr val="282824"/>
                </a:solidFill>
                <a:latin typeface="Times New Roman"/>
                <a:cs typeface="Times New Roman"/>
              </a:rPr>
              <a:t> </a:t>
            </a:r>
            <a:r>
              <a:rPr dirty="0" sz="2300" spc="-25">
                <a:solidFill>
                  <a:srgbClr val="282824"/>
                </a:solidFill>
                <a:latin typeface="Times New Roman"/>
                <a:cs typeface="Times New Roman"/>
              </a:rPr>
              <a:t>of </a:t>
            </a:r>
            <a:r>
              <a:rPr dirty="0" sz="2300">
                <a:solidFill>
                  <a:srgbClr val="282824"/>
                </a:solidFill>
                <a:latin typeface="Times New Roman"/>
                <a:cs typeface="Times New Roman"/>
              </a:rPr>
              <a:t>agents</a:t>
            </a:r>
            <a:r>
              <a:rPr dirty="0" sz="2300" spc="-145">
                <a:solidFill>
                  <a:srgbClr val="282824"/>
                </a:solidFill>
                <a:latin typeface="Times New Roman"/>
                <a:cs typeface="Times New Roman"/>
              </a:rPr>
              <a:t> </a:t>
            </a:r>
            <a:r>
              <a:rPr dirty="0" sz="2300">
                <a:solidFill>
                  <a:srgbClr val="282824"/>
                </a:solidFill>
                <a:latin typeface="Times New Roman"/>
                <a:cs typeface="Times New Roman"/>
              </a:rPr>
              <a:t>replaces</a:t>
            </a:r>
            <a:r>
              <a:rPr dirty="0" sz="2300" spc="10">
                <a:solidFill>
                  <a:srgbClr val="282824"/>
                </a:solidFill>
                <a:latin typeface="Times New Roman"/>
                <a:cs typeface="Times New Roman"/>
              </a:rPr>
              <a:t> </a:t>
            </a:r>
            <a:r>
              <a:rPr dirty="0" sz="2300" spc="-10">
                <a:solidFill>
                  <a:srgbClr val="282824"/>
                </a:solidFill>
                <a:latin typeface="Times New Roman"/>
                <a:cs typeface="Times New Roman"/>
              </a:rPr>
              <a:t>brittle </a:t>
            </a:r>
            <a:r>
              <a:rPr dirty="0" sz="2300">
                <a:solidFill>
                  <a:srgbClr val="282824"/>
                </a:solidFill>
                <a:latin typeface="Times New Roman"/>
                <a:cs typeface="Times New Roman"/>
              </a:rPr>
              <a:t>custom</a:t>
            </a:r>
            <a:r>
              <a:rPr dirty="0" sz="2300" spc="-90">
                <a:solidFill>
                  <a:srgbClr val="282824"/>
                </a:solidFill>
                <a:latin typeface="Times New Roman"/>
                <a:cs typeface="Times New Roman"/>
              </a:rPr>
              <a:t> </a:t>
            </a:r>
            <a:r>
              <a:rPr dirty="0" sz="2300">
                <a:solidFill>
                  <a:srgbClr val="282824"/>
                </a:solidFill>
                <a:latin typeface="Times New Roman"/>
                <a:cs typeface="Times New Roman"/>
              </a:rPr>
              <a:t>code.</a:t>
            </a:r>
            <a:r>
              <a:rPr dirty="0" sz="2300" spc="-229">
                <a:solidFill>
                  <a:srgbClr val="282824"/>
                </a:solidFill>
                <a:latin typeface="Times New Roman"/>
                <a:cs typeface="Times New Roman"/>
              </a:rPr>
              <a:t> </a:t>
            </a:r>
            <a:r>
              <a:rPr dirty="0" sz="2300" spc="-25">
                <a:solidFill>
                  <a:srgbClr val="282824"/>
                </a:solidFill>
                <a:latin typeface="Times New Roman"/>
                <a:cs typeface="Times New Roman"/>
              </a:rPr>
              <a:t>The </a:t>
            </a:r>
            <a:r>
              <a:rPr dirty="0" sz="2300">
                <a:solidFill>
                  <a:srgbClr val="383834"/>
                </a:solidFill>
                <a:latin typeface="Times New Roman"/>
                <a:cs typeface="Times New Roman"/>
              </a:rPr>
              <a:t>system</a:t>
            </a:r>
            <a:r>
              <a:rPr dirty="0" sz="2300" spc="-95">
                <a:solidFill>
                  <a:srgbClr val="383834"/>
                </a:solidFill>
                <a:latin typeface="Times New Roman"/>
                <a:cs typeface="Times New Roman"/>
              </a:rPr>
              <a:t> </a:t>
            </a:r>
            <a:r>
              <a:rPr dirty="0" sz="2300">
                <a:solidFill>
                  <a:srgbClr val="282824"/>
                </a:solidFill>
                <a:latin typeface="Times New Roman"/>
                <a:cs typeface="Times New Roman"/>
              </a:rPr>
              <a:t>manages</a:t>
            </a:r>
            <a:r>
              <a:rPr dirty="0" sz="2300" spc="-110">
                <a:solidFill>
                  <a:srgbClr val="282824"/>
                </a:solidFill>
                <a:latin typeface="Times New Roman"/>
                <a:cs typeface="Times New Roman"/>
              </a:rPr>
              <a:t> </a:t>
            </a:r>
            <a:r>
              <a:rPr dirty="0" sz="2300" spc="-10">
                <a:solidFill>
                  <a:srgbClr val="13110C"/>
                </a:solidFill>
                <a:latin typeface="Times New Roman"/>
                <a:cs typeface="Times New Roman"/>
              </a:rPr>
              <a:t>failures </a:t>
            </a:r>
            <a:r>
              <a:rPr dirty="0" sz="2300">
                <a:solidFill>
                  <a:srgbClr val="282824"/>
                </a:solidFill>
                <a:latin typeface="Times New Roman"/>
                <a:cs typeface="Times New Roman"/>
              </a:rPr>
              <a:t>and</a:t>
            </a:r>
            <a:r>
              <a:rPr dirty="0" sz="2300" spc="-200">
                <a:solidFill>
                  <a:srgbClr val="282824"/>
                </a:solidFill>
                <a:latin typeface="Times New Roman"/>
                <a:cs typeface="Times New Roman"/>
              </a:rPr>
              <a:t> </a:t>
            </a:r>
            <a:r>
              <a:rPr dirty="0" sz="2300">
                <a:solidFill>
                  <a:srgbClr val="282824"/>
                </a:solidFill>
                <a:latin typeface="Times New Roman"/>
                <a:cs typeface="Times New Roman"/>
              </a:rPr>
              <a:t>scaling</a:t>
            </a:r>
            <a:r>
              <a:rPr dirty="0" sz="2300" spc="-25">
                <a:solidFill>
                  <a:srgbClr val="282824"/>
                </a:solidFill>
                <a:latin typeface="Times New Roman"/>
                <a:cs typeface="Times New Roman"/>
              </a:rPr>
              <a:t> </a:t>
            </a:r>
            <a:r>
              <a:rPr dirty="0" sz="2300" spc="-30">
                <a:solidFill>
                  <a:srgbClr val="282824"/>
                </a:solidFill>
                <a:latin typeface="Times New Roman"/>
                <a:cs typeface="Times New Roman"/>
              </a:rPr>
              <a:t>by</a:t>
            </a:r>
            <a:r>
              <a:rPr dirty="0" sz="2300" spc="-180">
                <a:solidFill>
                  <a:srgbClr val="282824"/>
                </a:solidFill>
                <a:latin typeface="Times New Roman"/>
                <a:cs typeface="Times New Roman"/>
              </a:rPr>
              <a:t> </a:t>
            </a:r>
            <a:r>
              <a:rPr dirty="0" sz="2300" spc="-10">
                <a:solidFill>
                  <a:srgbClr val="282824"/>
                </a:solidFill>
                <a:latin typeface="Times New Roman"/>
                <a:cs typeface="Times New Roman"/>
              </a:rPr>
              <a:t>design.</a:t>
            </a:r>
            <a:endParaRPr sz="23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344258" y="5617435"/>
            <a:ext cx="2814320" cy="304609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algn="ctr" marL="22225">
              <a:lnSpc>
                <a:spcPct val="100000"/>
              </a:lnSpc>
              <a:spcBef>
                <a:spcPts val="110"/>
              </a:spcBef>
            </a:pPr>
            <a:r>
              <a:rPr dirty="0" sz="2500" b="1">
                <a:solidFill>
                  <a:srgbClr val="566B67"/>
                </a:solidFill>
                <a:latin typeface="Arial"/>
                <a:cs typeface="Arial"/>
              </a:rPr>
              <a:t>Reusable</a:t>
            </a:r>
            <a:r>
              <a:rPr dirty="0" sz="2500" spc="135" b="1">
                <a:solidFill>
                  <a:srgbClr val="566B67"/>
                </a:solidFill>
                <a:latin typeface="Arial"/>
                <a:cs typeface="Arial"/>
              </a:rPr>
              <a:t> </a:t>
            </a:r>
            <a:r>
              <a:rPr dirty="0" sz="2500" spc="65" b="1">
                <a:solidFill>
                  <a:srgbClr val="566B67"/>
                </a:solidFill>
                <a:latin typeface="Arial"/>
                <a:cs typeface="Arial"/>
              </a:rPr>
              <a:t>Agents</a:t>
            </a:r>
            <a:endParaRPr sz="2500">
              <a:latin typeface="Arial"/>
              <a:cs typeface="Arial"/>
            </a:endParaRPr>
          </a:p>
          <a:p>
            <a:pPr algn="ctr" marL="320675" marR="318135" indent="24765">
              <a:lnSpc>
                <a:spcPct val="100499"/>
              </a:lnSpc>
            </a:pPr>
            <a:r>
              <a:rPr dirty="0" sz="2500" spc="55">
                <a:solidFill>
                  <a:srgbClr val="566B67"/>
                </a:solidFill>
                <a:latin typeface="Times New Roman"/>
                <a:cs typeface="Times New Roman"/>
              </a:rPr>
              <a:t>+</a:t>
            </a:r>
            <a:r>
              <a:rPr dirty="0" sz="2500" spc="130">
                <a:solidFill>
                  <a:srgbClr val="566B67"/>
                </a:solidFill>
                <a:latin typeface="Times New Roman"/>
                <a:cs typeface="Times New Roman"/>
              </a:rPr>
              <a:t> </a:t>
            </a:r>
            <a:r>
              <a:rPr dirty="0" sz="2500" spc="70" b="1">
                <a:solidFill>
                  <a:srgbClr val="566B67"/>
                </a:solidFill>
                <a:latin typeface="Arial"/>
                <a:cs typeface="Arial"/>
              </a:rPr>
              <a:t>Zero-</a:t>
            </a:r>
            <a:r>
              <a:rPr dirty="0" sz="2500" spc="65" b="1">
                <a:solidFill>
                  <a:srgbClr val="566B67"/>
                </a:solidFill>
                <a:latin typeface="Arial"/>
                <a:cs typeface="Arial"/>
              </a:rPr>
              <a:t>Code </a:t>
            </a:r>
            <a:r>
              <a:rPr dirty="0" sz="2500" spc="35" b="1">
                <a:solidFill>
                  <a:srgbClr val="566B67"/>
                </a:solidFill>
                <a:latin typeface="Arial"/>
                <a:cs typeface="Arial"/>
              </a:rPr>
              <a:t>Configuration</a:t>
            </a:r>
            <a:endParaRPr sz="2500">
              <a:latin typeface="Arial"/>
              <a:cs typeface="Arial"/>
            </a:endParaRPr>
          </a:p>
          <a:p>
            <a:pPr algn="ctr" marL="12065" marR="5080">
              <a:lnSpc>
                <a:spcPct val="92000"/>
              </a:lnSpc>
              <a:spcBef>
                <a:spcPts val="2045"/>
              </a:spcBef>
            </a:pPr>
            <a:r>
              <a:rPr dirty="0" sz="2300" spc="-35">
                <a:solidFill>
                  <a:srgbClr val="282824"/>
                </a:solidFill>
                <a:latin typeface="Times New Roman"/>
                <a:cs typeface="Times New Roman"/>
              </a:rPr>
              <a:t>Business</a:t>
            </a:r>
            <a:r>
              <a:rPr dirty="0" sz="2300" spc="-15">
                <a:solidFill>
                  <a:srgbClr val="282824"/>
                </a:solidFill>
                <a:latin typeface="Times New Roman"/>
                <a:cs typeface="Times New Roman"/>
              </a:rPr>
              <a:t> </a:t>
            </a:r>
            <a:r>
              <a:rPr dirty="0" sz="2300">
                <a:solidFill>
                  <a:srgbClr val="282824"/>
                </a:solidFill>
                <a:latin typeface="Times New Roman"/>
                <a:cs typeface="Times New Roman"/>
              </a:rPr>
              <a:t>teams</a:t>
            </a:r>
            <a:r>
              <a:rPr dirty="0" sz="2300" spc="-95">
                <a:solidFill>
                  <a:srgbClr val="282824"/>
                </a:solidFill>
                <a:latin typeface="Times New Roman"/>
                <a:cs typeface="Times New Roman"/>
              </a:rPr>
              <a:t> </a:t>
            </a:r>
            <a:r>
              <a:rPr dirty="0" sz="2300" spc="-10">
                <a:solidFill>
                  <a:srgbClr val="282824"/>
                </a:solidFill>
                <a:latin typeface="Times New Roman"/>
                <a:cs typeface="Times New Roman"/>
              </a:rPr>
              <a:t>onboard </a:t>
            </a:r>
            <a:r>
              <a:rPr dirty="0" sz="2300">
                <a:solidFill>
                  <a:srgbClr val="282824"/>
                </a:solidFill>
                <a:latin typeface="Times New Roman"/>
                <a:cs typeface="Times New Roman"/>
              </a:rPr>
              <a:t>new</a:t>
            </a:r>
            <a:r>
              <a:rPr dirty="0" sz="2300" spc="-204">
                <a:solidFill>
                  <a:srgbClr val="282824"/>
                </a:solidFill>
                <a:latin typeface="Times New Roman"/>
                <a:cs typeface="Times New Roman"/>
              </a:rPr>
              <a:t> </a:t>
            </a:r>
            <a:r>
              <a:rPr dirty="0" sz="2300">
                <a:solidFill>
                  <a:srgbClr val="282824"/>
                </a:solidFill>
                <a:latin typeface="Times New Roman"/>
                <a:cs typeface="Times New Roman"/>
              </a:rPr>
              <a:t>document</a:t>
            </a:r>
            <a:r>
              <a:rPr dirty="0" sz="2300" spc="30">
                <a:solidFill>
                  <a:srgbClr val="282824"/>
                </a:solidFill>
                <a:latin typeface="Times New Roman"/>
                <a:cs typeface="Times New Roman"/>
              </a:rPr>
              <a:t> </a:t>
            </a:r>
            <a:r>
              <a:rPr dirty="0" sz="2300">
                <a:solidFill>
                  <a:srgbClr val="282824"/>
                </a:solidFill>
                <a:latin typeface="Times New Roman"/>
                <a:cs typeface="Times New Roman"/>
              </a:rPr>
              <a:t>types</a:t>
            </a:r>
            <a:r>
              <a:rPr dirty="0" sz="2300" spc="-145">
                <a:solidFill>
                  <a:srgbClr val="282824"/>
                </a:solidFill>
                <a:latin typeface="Times New Roman"/>
                <a:cs typeface="Times New Roman"/>
              </a:rPr>
              <a:t> </a:t>
            </a:r>
            <a:r>
              <a:rPr dirty="0" sz="2300" spc="-25">
                <a:solidFill>
                  <a:srgbClr val="282824"/>
                </a:solidFill>
                <a:latin typeface="Times New Roman"/>
                <a:cs typeface="Times New Roman"/>
              </a:rPr>
              <a:t>by </a:t>
            </a:r>
            <a:r>
              <a:rPr dirty="0" sz="2300">
                <a:solidFill>
                  <a:srgbClr val="282824"/>
                </a:solidFill>
                <a:latin typeface="Times New Roman"/>
                <a:cs typeface="Times New Roman"/>
              </a:rPr>
              <a:t>editing</a:t>
            </a:r>
            <a:r>
              <a:rPr dirty="0" sz="2300" spc="-70">
                <a:solidFill>
                  <a:srgbClr val="282824"/>
                </a:solidFill>
                <a:latin typeface="Times New Roman"/>
                <a:cs typeface="Times New Roman"/>
              </a:rPr>
              <a:t> </a:t>
            </a:r>
            <a:r>
              <a:rPr dirty="0" sz="2300" spc="-10">
                <a:solidFill>
                  <a:srgbClr val="282824"/>
                </a:solidFill>
                <a:latin typeface="Times New Roman"/>
                <a:cs typeface="Times New Roman"/>
              </a:rPr>
              <a:t>prompts, </a:t>
            </a:r>
            <a:r>
              <a:rPr dirty="0" sz="2300">
                <a:solidFill>
                  <a:srgbClr val="282824"/>
                </a:solidFill>
                <a:latin typeface="Times New Roman"/>
                <a:cs typeface="Times New Roman"/>
              </a:rPr>
              <a:t>schemas,</a:t>
            </a:r>
            <a:r>
              <a:rPr dirty="0" sz="2300" spc="135">
                <a:solidFill>
                  <a:srgbClr val="282824"/>
                </a:solidFill>
                <a:latin typeface="Times New Roman"/>
                <a:cs typeface="Times New Roman"/>
              </a:rPr>
              <a:t> </a:t>
            </a:r>
            <a:r>
              <a:rPr dirty="0" sz="2300">
                <a:solidFill>
                  <a:srgbClr val="282824"/>
                </a:solidFill>
                <a:latin typeface="Times New Roman"/>
                <a:cs typeface="Times New Roman"/>
              </a:rPr>
              <a:t>and</a:t>
            </a:r>
            <a:r>
              <a:rPr dirty="0" sz="2300" spc="-30">
                <a:solidFill>
                  <a:srgbClr val="282824"/>
                </a:solidFill>
                <a:latin typeface="Times New Roman"/>
                <a:cs typeface="Times New Roman"/>
              </a:rPr>
              <a:t> </a:t>
            </a:r>
            <a:r>
              <a:rPr dirty="0" sz="2300">
                <a:solidFill>
                  <a:srgbClr val="282824"/>
                </a:solidFill>
                <a:latin typeface="Times New Roman"/>
                <a:cs typeface="Times New Roman"/>
              </a:rPr>
              <a:t>rules.</a:t>
            </a:r>
            <a:r>
              <a:rPr dirty="0" sz="2300" spc="-20">
                <a:solidFill>
                  <a:srgbClr val="282824"/>
                </a:solidFill>
                <a:latin typeface="Times New Roman"/>
                <a:cs typeface="Times New Roman"/>
              </a:rPr>
              <a:t> </a:t>
            </a:r>
            <a:r>
              <a:rPr dirty="0" sz="2300" spc="-25">
                <a:solidFill>
                  <a:srgbClr val="282824"/>
                </a:solidFill>
                <a:latin typeface="Times New Roman"/>
                <a:cs typeface="Times New Roman"/>
              </a:rPr>
              <a:t>No </a:t>
            </a:r>
            <a:r>
              <a:rPr dirty="0" sz="2300">
                <a:solidFill>
                  <a:srgbClr val="282824"/>
                </a:solidFill>
                <a:latin typeface="Times New Roman"/>
                <a:cs typeface="Times New Roman"/>
              </a:rPr>
              <a:t>code</a:t>
            </a:r>
            <a:r>
              <a:rPr dirty="0" sz="2300" spc="-130">
                <a:solidFill>
                  <a:srgbClr val="282824"/>
                </a:solidFill>
                <a:latin typeface="Times New Roman"/>
                <a:cs typeface="Times New Roman"/>
              </a:rPr>
              <a:t> </a:t>
            </a:r>
            <a:r>
              <a:rPr dirty="0" sz="2300" spc="-10">
                <a:solidFill>
                  <a:srgbClr val="282824"/>
                </a:solidFill>
                <a:latin typeface="Times New Roman"/>
                <a:cs typeface="Times New Roman"/>
              </a:rPr>
              <a:t>changes.</a:t>
            </a:r>
            <a:endParaRPr sz="23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1058547" y="5617435"/>
            <a:ext cx="1932939" cy="7918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100965">
              <a:lnSpc>
                <a:spcPct val="100499"/>
              </a:lnSpc>
              <a:spcBef>
                <a:spcPts val="95"/>
              </a:spcBef>
            </a:pPr>
            <a:r>
              <a:rPr dirty="0" sz="2500" b="1">
                <a:solidFill>
                  <a:srgbClr val="2A4964"/>
                </a:solidFill>
                <a:latin typeface="Arial"/>
                <a:cs typeface="Arial"/>
              </a:rPr>
              <a:t>First-</a:t>
            </a:r>
            <a:r>
              <a:rPr dirty="0" sz="2500" spc="50" b="1">
                <a:solidFill>
                  <a:srgbClr val="2A4964"/>
                </a:solidFill>
                <a:latin typeface="Arial"/>
                <a:cs typeface="Arial"/>
              </a:rPr>
              <a:t>Class </a:t>
            </a:r>
            <a:r>
              <a:rPr dirty="0" sz="2500" spc="80" b="1">
                <a:solidFill>
                  <a:srgbClr val="2A4964"/>
                </a:solidFill>
                <a:latin typeface="Arial"/>
                <a:cs typeface="Arial"/>
              </a:rPr>
              <a:t>Multi-</a:t>
            </a:r>
            <a:r>
              <a:rPr dirty="0" sz="2500" spc="100" b="1">
                <a:solidFill>
                  <a:srgbClr val="2A4964"/>
                </a:solidFill>
                <a:latin typeface="Arial"/>
                <a:cs typeface="Arial"/>
              </a:rPr>
              <a:t>Modal</a:t>
            </a:r>
            <a:endParaRPr sz="25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0633312" y="6791921"/>
            <a:ext cx="2819400" cy="1667510"/>
          </a:xfrm>
          <a:prstGeom prst="rect">
            <a:avLst/>
          </a:prstGeom>
        </p:spPr>
        <p:txBody>
          <a:bodyPr wrap="square" lIns="0" tIns="41910" rIns="0" bIns="0" rtlCol="0" vert="horz">
            <a:spAutoFit/>
          </a:bodyPr>
          <a:lstStyle/>
          <a:p>
            <a:pPr algn="ctr" marL="12700" marR="5080" indent="-23495">
              <a:lnSpc>
                <a:spcPct val="92000"/>
              </a:lnSpc>
              <a:spcBef>
                <a:spcPts val="330"/>
              </a:spcBef>
            </a:pPr>
            <a:r>
              <a:rPr dirty="0" sz="2300">
                <a:solidFill>
                  <a:srgbClr val="282824"/>
                </a:solidFill>
                <a:latin typeface="Times New Roman"/>
                <a:cs typeface="Times New Roman"/>
              </a:rPr>
              <a:t>Text+</a:t>
            </a:r>
            <a:r>
              <a:rPr dirty="0" sz="2300" spc="-200">
                <a:solidFill>
                  <a:srgbClr val="282824"/>
                </a:solidFill>
                <a:latin typeface="Times New Roman"/>
                <a:cs typeface="Times New Roman"/>
              </a:rPr>
              <a:t> </a:t>
            </a:r>
            <a:r>
              <a:rPr dirty="0" sz="2300" spc="-75">
                <a:solidFill>
                  <a:srgbClr val="13110C"/>
                </a:solidFill>
                <a:latin typeface="Times New Roman"/>
                <a:cs typeface="Times New Roman"/>
              </a:rPr>
              <a:t>Vision</a:t>
            </a:r>
            <a:r>
              <a:rPr dirty="0" sz="2300" spc="15">
                <a:solidFill>
                  <a:srgbClr val="13110C"/>
                </a:solidFill>
                <a:latin typeface="Times New Roman"/>
                <a:cs typeface="Times New Roman"/>
              </a:rPr>
              <a:t> </a:t>
            </a:r>
            <a:r>
              <a:rPr dirty="0" sz="2300" spc="-10">
                <a:solidFill>
                  <a:srgbClr val="282824"/>
                </a:solidFill>
                <a:latin typeface="Times New Roman"/>
                <a:cs typeface="Times New Roman"/>
              </a:rPr>
              <a:t>(OCR, </a:t>
            </a:r>
            <a:r>
              <a:rPr dirty="0" sz="2300">
                <a:solidFill>
                  <a:srgbClr val="282824"/>
                </a:solidFill>
                <a:latin typeface="Times New Roman"/>
                <a:cs typeface="Times New Roman"/>
              </a:rPr>
              <a:t>handwriting,</a:t>
            </a:r>
            <a:r>
              <a:rPr dirty="0" sz="2300" spc="-75">
                <a:solidFill>
                  <a:srgbClr val="282824"/>
                </a:solidFill>
                <a:latin typeface="Times New Roman"/>
                <a:cs typeface="Times New Roman"/>
              </a:rPr>
              <a:t> </a:t>
            </a:r>
            <a:r>
              <a:rPr dirty="0" sz="2300" spc="-25">
                <a:solidFill>
                  <a:srgbClr val="13110C"/>
                </a:solidFill>
                <a:latin typeface="Times New Roman"/>
                <a:cs typeface="Times New Roman"/>
              </a:rPr>
              <a:t>la</a:t>
            </a:r>
            <a:r>
              <a:rPr dirty="0" sz="2300" spc="-25">
                <a:solidFill>
                  <a:srgbClr val="383834"/>
                </a:solidFill>
                <a:latin typeface="Times New Roman"/>
                <a:cs typeface="Times New Roman"/>
              </a:rPr>
              <a:t>yout)</a:t>
            </a:r>
            <a:r>
              <a:rPr dirty="0" sz="2300" spc="-200">
                <a:solidFill>
                  <a:srgbClr val="383834"/>
                </a:solidFill>
                <a:latin typeface="Times New Roman"/>
                <a:cs typeface="Times New Roman"/>
              </a:rPr>
              <a:t> </a:t>
            </a:r>
            <a:r>
              <a:rPr dirty="0" sz="2300" spc="35">
                <a:solidFill>
                  <a:srgbClr val="282824"/>
                </a:solidFill>
                <a:latin typeface="Times New Roman"/>
                <a:cs typeface="Times New Roman"/>
              </a:rPr>
              <a:t>are </a:t>
            </a:r>
            <a:r>
              <a:rPr dirty="0" sz="2300">
                <a:solidFill>
                  <a:srgbClr val="282824"/>
                </a:solidFill>
                <a:latin typeface="Times New Roman"/>
                <a:cs typeface="Times New Roman"/>
              </a:rPr>
              <a:t>handled</a:t>
            </a:r>
            <a:r>
              <a:rPr dirty="0" sz="2300" spc="45">
                <a:solidFill>
                  <a:srgbClr val="282824"/>
                </a:solidFill>
                <a:latin typeface="Times New Roman"/>
                <a:cs typeface="Times New Roman"/>
              </a:rPr>
              <a:t> </a:t>
            </a:r>
            <a:r>
              <a:rPr dirty="0" sz="2300" spc="-10">
                <a:solidFill>
                  <a:srgbClr val="282824"/>
                </a:solidFill>
                <a:latin typeface="Times New Roman"/>
                <a:cs typeface="Times New Roman"/>
              </a:rPr>
              <a:t>natively, </a:t>
            </a:r>
            <a:r>
              <a:rPr dirty="0" sz="2300" spc="-10">
                <a:solidFill>
                  <a:srgbClr val="13110C"/>
                </a:solidFill>
                <a:latin typeface="Times New Roman"/>
                <a:cs typeface="Times New Roman"/>
              </a:rPr>
              <a:t>boosting</a:t>
            </a:r>
            <a:r>
              <a:rPr dirty="0" sz="2300" spc="-135">
                <a:solidFill>
                  <a:srgbClr val="13110C"/>
                </a:solidFill>
                <a:latin typeface="Times New Roman"/>
                <a:cs typeface="Times New Roman"/>
              </a:rPr>
              <a:t> </a:t>
            </a:r>
            <a:r>
              <a:rPr dirty="0" sz="2300">
                <a:solidFill>
                  <a:srgbClr val="282824"/>
                </a:solidFill>
                <a:latin typeface="Times New Roman"/>
                <a:cs typeface="Times New Roman"/>
              </a:rPr>
              <a:t>accuracy</a:t>
            </a:r>
            <a:r>
              <a:rPr dirty="0" sz="2300" spc="-120">
                <a:solidFill>
                  <a:srgbClr val="282824"/>
                </a:solidFill>
                <a:latin typeface="Times New Roman"/>
                <a:cs typeface="Times New Roman"/>
              </a:rPr>
              <a:t> </a:t>
            </a:r>
            <a:r>
              <a:rPr dirty="0" sz="2300" spc="-25">
                <a:solidFill>
                  <a:srgbClr val="282824"/>
                </a:solidFill>
                <a:latin typeface="Times New Roman"/>
                <a:cs typeface="Times New Roman"/>
              </a:rPr>
              <a:t>on </a:t>
            </a:r>
            <a:r>
              <a:rPr dirty="0" sz="2300" spc="-30">
                <a:solidFill>
                  <a:srgbClr val="282824"/>
                </a:solidFill>
                <a:latin typeface="Times New Roman"/>
                <a:cs typeface="Times New Roman"/>
              </a:rPr>
              <a:t>complex</a:t>
            </a:r>
            <a:r>
              <a:rPr dirty="0" sz="2300" spc="-95">
                <a:solidFill>
                  <a:srgbClr val="282824"/>
                </a:solidFill>
                <a:latin typeface="Times New Roman"/>
                <a:cs typeface="Times New Roman"/>
              </a:rPr>
              <a:t> </a:t>
            </a:r>
            <a:r>
              <a:rPr dirty="0" sz="2300" spc="-10">
                <a:solidFill>
                  <a:srgbClr val="282824"/>
                </a:solidFill>
                <a:latin typeface="Times New Roman"/>
                <a:cs typeface="Times New Roman"/>
              </a:rPr>
              <a:t>forms.</a:t>
            </a:r>
            <a:endParaRPr sz="23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3936459" y="5617435"/>
            <a:ext cx="2782570" cy="7918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496570" marR="5080" indent="-484505">
              <a:lnSpc>
                <a:spcPct val="100499"/>
              </a:lnSpc>
              <a:spcBef>
                <a:spcPts val="95"/>
              </a:spcBef>
            </a:pPr>
            <a:r>
              <a:rPr dirty="0" sz="2500" spc="65" b="1">
                <a:solidFill>
                  <a:srgbClr val="A0998E"/>
                </a:solidFill>
                <a:latin typeface="Arial"/>
                <a:cs typeface="Arial"/>
              </a:rPr>
              <a:t>Enterprise-</a:t>
            </a:r>
            <a:r>
              <a:rPr dirty="0" sz="2500" spc="70" b="1">
                <a:solidFill>
                  <a:srgbClr val="A0998E"/>
                </a:solidFill>
                <a:latin typeface="Arial"/>
                <a:cs typeface="Arial"/>
              </a:rPr>
              <a:t>Grade </a:t>
            </a:r>
            <a:r>
              <a:rPr dirty="0" sz="2500" spc="-10" b="1">
                <a:solidFill>
                  <a:srgbClr val="A0998E"/>
                </a:solidFill>
                <a:latin typeface="Arial"/>
                <a:cs typeface="Arial"/>
              </a:rPr>
              <a:t>Foundation</a:t>
            </a:r>
            <a:endParaRPr sz="25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4024266" y="6791921"/>
            <a:ext cx="2593975" cy="1348105"/>
          </a:xfrm>
          <a:prstGeom prst="rect">
            <a:avLst/>
          </a:prstGeom>
        </p:spPr>
        <p:txBody>
          <a:bodyPr wrap="square" lIns="0" tIns="41275" rIns="0" bIns="0" rtlCol="0" vert="horz">
            <a:spAutoFit/>
          </a:bodyPr>
          <a:lstStyle/>
          <a:p>
            <a:pPr algn="ctr" marL="12700" marR="5080" indent="3810">
              <a:lnSpc>
                <a:spcPct val="92300"/>
              </a:lnSpc>
              <a:spcBef>
                <a:spcPts val="325"/>
              </a:spcBef>
            </a:pPr>
            <a:r>
              <a:rPr dirty="0" sz="2300">
                <a:solidFill>
                  <a:srgbClr val="282824"/>
                </a:solidFill>
                <a:latin typeface="Times New Roman"/>
                <a:cs typeface="Times New Roman"/>
              </a:rPr>
              <a:t>Integrated</a:t>
            </a:r>
            <a:r>
              <a:rPr dirty="0" sz="2300" spc="-55">
                <a:solidFill>
                  <a:srgbClr val="282824"/>
                </a:solidFill>
                <a:latin typeface="Times New Roman"/>
                <a:cs typeface="Times New Roman"/>
              </a:rPr>
              <a:t> </a:t>
            </a:r>
            <a:r>
              <a:rPr dirty="0" sz="2300" spc="-10">
                <a:solidFill>
                  <a:srgbClr val="282824"/>
                </a:solidFill>
                <a:latin typeface="Times New Roman"/>
                <a:cs typeface="Times New Roman"/>
              </a:rPr>
              <a:t>with</a:t>
            </a:r>
            <a:r>
              <a:rPr dirty="0" sz="2300" spc="-130">
                <a:solidFill>
                  <a:srgbClr val="282824"/>
                </a:solidFill>
                <a:latin typeface="Times New Roman"/>
                <a:cs typeface="Times New Roman"/>
              </a:rPr>
              <a:t> </a:t>
            </a:r>
            <a:r>
              <a:rPr dirty="0" sz="2300" spc="-10">
                <a:solidFill>
                  <a:srgbClr val="282824"/>
                </a:solidFill>
                <a:latin typeface="Times New Roman"/>
                <a:cs typeface="Times New Roman"/>
              </a:rPr>
              <a:t>Azure </a:t>
            </a:r>
            <a:r>
              <a:rPr dirty="0" sz="2300" spc="-170">
                <a:solidFill>
                  <a:srgbClr val="282824"/>
                </a:solidFill>
                <a:latin typeface="Times New Roman"/>
                <a:cs typeface="Times New Roman"/>
              </a:rPr>
              <a:t>APIM</a:t>
            </a:r>
            <a:r>
              <a:rPr dirty="0" sz="2300" spc="-125">
                <a:solidFill>
                  <a:srgbClr val="282824"/>
                </a:solidFill>
                <a:latin typeface="Times New Roman"/>
                <a:cs typeface="Times New Roman"/>
              </a:rPr>
              <a:t> </a:t>
            </a:r>
            <a:r>
              <a:rPr dirty="0" sz="2200" spc="-110">
                <a:solidFill>
                  <a:srgbClr val="282824"/>
                </a:solidFill>
                <a:latin typeface="Times New Roman"/>
                <a:cs typeface="Times New Roman"/>
              </a:rPr>
              <a:t>&amp;</a:t>
            </a:r>
            <a:r>
              <a:rPr dirty="0" sz="2200" spc="-125">
                <a:solidFill>
                  <a:srgbClr val="282824"/>
                </a:solidFill>
                <a:latin typeface="Times New Roman"/>
                <a:cs typeface="Times New Roman"/>
              </a:rPr>
              <a:t> </a:t>
            </a:r>
            <a:r>
              <a:rPr dirty="0" sz="2300" spc="-30">
                <a:solidFill>
                  <a:srgbClr val="13110C"/>
                </a:solidFill>
                <a:latin typeface="Times New Roman"/>
                <a:cs typeface="Times New Roman"/>
              </a:rPr>
              <a:t>0Au</a:t>
            </a:r>
            <a:r>
              <a:rPr dirty="0" sz="2300" spc="-30">
                <a:solidFill>
                  <a:srgbClr val="383834"/>
                </a:solidFill>
                <a:latin typeface="Times New Roman"/>
                <a:cs typeface="Times New Roman"/>
              </a:rPr>
              <a:t>th2</a:t>
            </a:r>
            <a:r>
              <a:rPr dirty="0" sz="2300" spc="-30">
                <a:solidFill>
                  <a:srgbClr val="13110C"/>
                </a:solidFill>
                <a:latin typeface="Times New Roman"/>
                <a:cs typeface="Times New Roman"/>
              </a:rPr>
              <a:t>,</a:t>
            </a:r>
            <a:r>
              <a:rPr dirty="0" sz="2300" spc="-114">
                <a:solidFill>
                  <a:srgbClr val="13110C"/>
                </a:solidFill>
                <a:latin typeface="Times New Roman"/>
                <a:cs typeface="Times New Roman"/>
              </a:rPr>
              <a:t> </a:t>
            </a:r>
            <a:r>
              <a:rPr dirty="0" sz="2300" spc="-20">
                <a:solidFill>
                  <a:srgbClr val="282824"/>
                </a:solidFill>
                <a:latin typeface="Times New Roman"/>
                <a:cs typeface="Times New Roman"/>
              </a:rPr>
              <a:t>with </a:t>
            </a:r>
            <a:r>
              <a:rPr dirty="0" sz="2300" spc="-30">
                <a:solidFill>
                  <a:srgbClr val="282824"/>
                </a:solidFill>
                <a:latin typeface="Times New Roman"/>
                <a:cs typeface="Times New Roman"/>
              </a:rPr>
              <a:t>built-in</a:t>
            </a:r>
            <a:r>
              <a:rPr dirty="0" sz="2300" spc="-135">
                <a:solidFill>
                  <a:srgbClr val="282824"/>
                </a:solidFill>
                <a:latin typeface="Times New Roman"/>
                <a:cs typeface="Times New Roman"/>
              </a:rPr>
              <a:t> </a:t>
            </a:r>
            <a:r>
              <a:rPr dirty="0" sz="2300">
                <a:solidFill>
                  <a:srgbClr val="282824"/>
                </a:solidFill>
                <a:latin typeface="Times New Roman"/>
                <a:cs typeface="Times New Roman"/>
              </a:rPr>
              <a:t>fault</a:t>
            </a:r>
            <a:r>
              <a:rPr dirty="0" sz="2300" spc="-110">
                <a:solidFill>
                  <a:srgbClr val="282824"/>
                </a:solidFill>
                <a:latin typeface="Times New Roman"/>
                <a:cs typeface="Times New Roman"/>
              </a:rPr>
              <a:t> </a:t>
            </a:r>
            <a:r>
              <a:rPr dirty="0" sz="2300" spc="-10">
                <a:solidFill>
                  <a:srgbClr val="282824"/>
                </a:solidFill>
                <a:latin typeface="Times New Roman"/>
                <a:cs typeface="Times New Roman"/>
              </a:rPr>
              <a:t>tolerance </a:t>
            </a:r>
            <a:r>
              <a:rPr dirty="0" sz="2300">
                <a:solidFill>
                  <a:srgbClr val="282824"/>
                </a:solidFill>
                <a:latin typeface="Times New Roman"/>
                <a:cs typeface="Times New Roman"/>
              </a:rPr>
              <a:t>and </a:t>
            </a:r>
            <a:r>
              <a:rPr dirty="0" sz="2300" spc="-10">
                <a:solidFill>
                  <a:srgbClr val="282824"/>
                </a:solidFill>
                <a:latin typeface="Times New Roman"/>
                <a:cs typeface="Times New Roman"/>
              </a:rPr>
              <a:t>observability.</a:t>
            </a:r>
            <a:endParaRPr sz="23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01061" y="5004593"/>
            <a:ext cx="1069901" cy="127661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184229" y="5004593"/>
            <a:ext cx="1095375" cy="109788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992871" y="5030125"/>
            <a:ext cx="1095375" cy="107235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623198" y="5004593"/>
            <a:ext cx="1273691" cy="109788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629110" y="5004593"/>
            <a:ext cx="6495827" cy="1097888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4279605" y="5540770"/>
            <a:ext cx="713740" cy="0"/>
          </a:xfrm>
          <a:custGeom>
            <a:avLst/>
            <a:gdLst/>
            <a:ahLst/>
            <a:cxnLst/>
            <a:rect l="l" t="t" r="r" b="b"/>
            <a:pathLst>
              <a:path w="713739" h="0">
                <a:moveTo>
                  <a:pt x="0" y="0"/>
                </a:moveTo>
                <a:lnTo>
                  <a:pt x="713267" y="0"/>
                </a:lnTo>
              </a:path>
            </a:pathLst>
          </a:custGeom>
          <a:ln w="6383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470962" y="5540770"/>
            <a:ext cx="713740" cy="0"/>
          </a:xfrm>
          <a:custGeom>
            <a:avLst/>
            <a:gdLst/>
            <a:ahLst/>
            <a:cxnLst/>
            <a:rect l="l" t="t" r="r" b="b"/>
            <a:pathLst>
              <a:path w="713739" h="0">
                <a:moveTo>
                  <a:pt x="0" y="0"/>
                </a:moveTo>
                <a:lnTo>
                  <a:pt x="713267" y="0"/>
                </a:lnTo>
              </a:path>
            </a:pathLst>
          </a:custGeom>
          <a:ln w="6383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6088247" y="5540770"/>
            <a:ext cx="535305" cy="0"/>
          </a:xfrm>
          <a:custGeom>
            <a:avLst/>
            <a:gdLst/>
            <a:ahLst/>
            <a:cxnLst/>
            <a:rect l="l" t="t" r="r" b="b"/>
            <a:pathLst>
              <a:path w="535304" h="0">
                <a:moveTo>
                  <a:pt x="0" y="0"/>
                </a:moveTo>
                <a:lnTo>
                  <a:pt x="534950" y="0"/>
                </a:lnTo>
              </a:path>
            </a:pathLst>
          </a:custGeom>
          <a:ln w="3829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3069597" y="2515194"/>
          <a:ext cx="11412220" cy="6883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66950"/>
                <a:gridCol w="738505"/>
                <a:gridCol w="2266949"/>
                <a:gridCol w="763904"/>
                <a:gridCol w="2266950"/>
                <a:gridCol w="738504"/>
                <a:gridCol w="2266950"/>
              </a:tblGrid>
              <a:tr h="344170">
                <a:tc rowSpan="2">
                  <a:txBody>
                    <a:bodyPr/>
                    <a:lstStyle/>
                    <a:p>
                      <a:pPr marL="448309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dirty="0" sz="2300" spc="-10">
                          <a:solidFill>
                            <a:srgbClr val="1A1A18"/>
                          </a:solidFill>
                          <a:latin typeface="Arial"/>
                          <a:cs typeface="Arial"/>
                        </a:rPr>
                        <a:t>Document</a:t>
                      </a:r>
                      <a:endParaRPr sz="2300">
                        <a:latin typeface="Arial"/>
                        <a:cs typeface="Arial"/>
                      </a:endParaRPr>
                    </a:p>
                  </a:txBody>
                  <a:tcPr marL="0" marR="0" marB="0" marT="167005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71120">
                        <a:lnSpc>
                          <a:spcPts val="2400"/>
                        </a:lnSpc>
                        <a:spcBef>
                          <a:spcPts val="210"/>
                        </a:spcBef>
                      </a:pPr>
                      <a:r>
                        <a:rPr dirty="0" sz="2100" spc="-390">
                          <a:solidFill>
                            <a:srgbClr val="999793"/>
                          </a:solidFill>
                          <a:latin typeface="Times New Roman"/>
                          <a:cs typeface="Times New Roman"/>
                        </a:rPr>
                        <a:t>�</a:t>
                      </a: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667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B w="571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240665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dirty="0" sz="2300" spc="-10">
                          <a:solidFill>
                            <a:srgbClr val="1A1A18"/>
                          </a:solidFill>
                          <a:latin typeface="Arial"/>
                          <a:cs typeface="Arial"/>
                        </a:rPr>
                        <a:t>Orchestration</a:t>
                      </a:r>
                      <a:endParaRPr sz="2300">
                        <a:latin typeface="Arial"/>
                        <a:cs typeface="Arial"/>
                      </a:endParaRPr>
                    </a:p>
                  </a:txBody>
                  <a:tcPr marL="0" marR="0" marB="0" marT="167005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83820">
                        <a:lnSpc>
                          <a:spcPts val="2400"/>
                        </a:lnSpc>
                        <a:spcBef>
                          <a:spcPts val="210"/>
                        </a:spcBef>
                      </a:pPr>
                      <a:r>
                        <a:rPr dirty="0" sz="2100" spc="-390">
                          <a:solidFill>
                            <a:srgbClr val="999793"/>
                          </a:solidFill>
                          <a:latin typeface="Times New Roman"/>
                          <a:cs typeface="Times New Roman"/>
                        </a:rPr>
                        <a:t>�</a:t>
                      </a: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667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B w="571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241935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dirty="0" sz="2300">
                          <a:solidFill>
                            <a:srgbClr val="1A1A18"/>
                          </a:solidFill>
                          <a:latin typeface="Arial"/>
                          <a:cs typeface="Arial"/>
                        </a:rPr>
                        <a:t>Agent</a:t>
                      </a:r>
                      <a:r>
                        <a:rPr dirty="0" sz="2300" spc="229">
                          <a:solidFill>
                            <a:srgbClr val="1A1A1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300" spc="-10">
                          <a:solidFill>
                            <a:srgbClr val="1A1A18"/>
                          </a:solidFill>
                          <a:latin typeface="Arial"/>
                          <a:cs typeface="Arial"/>
                        </a:rPr>
                        <a:t>Swarm</a:t>
                      </a:r>
                      <a:endParaRPr sz="2300">
                        <a:latin typeface="Arial"/>
                        <a:cs typeface="Arial"/>
                      </a:endParaRPr>
                    </a:p>
                  </a:txBody>
                  <a:tcPr marL="0" marR="0" marB="0" marT="167005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71120">
                        <a:lnSpc>
                          <a:spcPts val="2400"/>
                        </a:lnSpc>
                        <a:spcBef>
                          <a:spcPts val="210"/>
                        </a:spcBef>
                      </a:pPr>
                      <a:r>
                        <a:rPr dirty="0" sz="2100" spc="-390">
                          <a:solidFill>
                            <a:srgbClr val="999793"/>
                          </a:solidFill>
                          <a:latin typeface="Times New Roman"/>
                          <a:cs typeface="Times New Roman"/>
                        </a:rPr>
                        <a:t>�</a:t>
                      </a: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667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B w="571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392430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dirty="0" sz="2300" spc="35">
                          <a:solidFill>
                            <a:srgbClr val="1A1A18"/>
                          </a:solidFill>
                          <a:latin typeface="Arial"/>
                          <a:cs typeface="Arial"/>
                        </a:rPr>
                        <a:t>Comp</a:t>
                      </a:r>
                      <a:r>
                        <a:rPr dirty="0" sz="2300" spc="35">
                          <a:solidFill>
                            <a:srgbClr val="3B3B3A"/>
                          </a:solidFill>
                          <a:latin typeface="Arial"/>
                          <a:cs typeface="Arial"/>
                        </a:rPr>
                        <a:t>l</a:t>
                      </a:r>
                      <a:r>
                        <a:rPr dirty="0" sz="2300" spc="35">
                          <a:solidFill>
                            <a:srgbClr val="1A1A18"/>
                          </a:solidFill>
                          <a:latin typeface="Arial"/>
                          <a:cs typeface="Arial"/>
                        </a:rPr>
                        <a:t>etion</a:t>
                      </a:r>
                      <a:endParaRPr sz="2300">
                        <a:latin typeface="Arial"/>
                        <a:cs typeface="Arial"/>
                      </a:endParaRPr>
                    </a:p>
                  </a:txBody>
                  <a:tcPr marL="0" marR="0" marB="0" marT="167005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4417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67005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66040">
                        <a:lnSpc>
                          <a:spcPts val="1175"/>
                        </a:lnSpc>
                      </a:pPr>
                      <a:r>
                        <a:rPr dirty="0" sz="1850" spc="-20">
                          <a:solidFill>
                            <a:srgbClr val="999793"/>
                          </a:solidFill>
                          <a:latin typeface="Times New Roman"/>
                          <a:cs typeface="Times New Roman"/>
                        </a:rPr>
                        <a:t>,,..</a:t>
                      </a:r>
                      <a:endParaRPr sz="18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000000"/>
                      </a:solidFill>
                      <a:prstDash val="solid"/>
                    </a:lnT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67005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92710">
                        <a:lnSpc>
                          <a:spcPts val="1175"/>
                        </a:lnSpc>
                      </a:pPr>
                      <a:r>
                        <a:rPr dirty="0" sz="1850" spc="-20">
                          <a:solidFill>
                            <a:srgbClr val="999793"/>
                          </a:solidFill>
                          <a:latin typeface="Times New Roman"/>
                          <a:cs typeface="Times New Roman"/>
                        </a:rPr>
                        <a:t>,,..</a:t>
                      </a:r>
                      <a:endParaRPr sz="18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000000"/>
                      </a:solidFill>
                      <a:prstDash val="solid"/>
                    </a:lnT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67005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66040">
                        <a:lnSpc>
                          <a:spcPts val="1175"/>
                        </a:lnSpc>
                      </a:pPr>
                      <a:r>
                        <a:rPr dirty="0" sz="1850" spc="-20">
                          <a:solidFill>
                            <a:srgbClr val="999793"/>
                          </a:solidFill>
                          <a:latin typeface="Times New Roman"/>
                          <a:cs typeface="Times New Roman"/>
                        </a:rPr>
                        <a:t>,,..</a:t>
                      </a:r>
                      <a:endParaRPr sz="18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000000"/>
                      </a:solidFill>
                      <a:prstDash val="solid"/>
                    </a:lnT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67005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object 2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00"/>
              </a:lnSpc>
            </a:pPr>
            <a:r>
              <a:rPr dirty="0" sz="1300" spc="-20"/>
              <a:t>Isl\</a:t>
            </a:r>
            <a:r>
              <a:rPr dirty="0" sz="1300" spc="-45"/>
              <a:t> </a:t>
            </a:r>
            <a:r>
              <a:rPr dirty="0" spc="-10">
                <a:solidFill>
                  <a:srgbClr val="151311"/>
                </a:solidFill>
              </a:rPr>
              <a:t>N</a:t>
            </a:r>
            <a:r>
              <a:rPr dirty="0" spc="-10"/>
              <a:t>otebookL</a:t>
            </a:r>
            <a:r>
              <a:rPr dirty="0" spc="-10">
                <a:solidFill>
                  <a:srgbClr val="151311"/>
                </a:solidFill>
              </a:rPr>
              <a:t>M</a:t>
            </a:r>
            <a:endParaRPr sz="1300"/>
          </a:p>
        </p:txBody>
      </p:sp>
      <p:sp>
        <p:nvSpPr>
          <p:cNvPr id="11" name="object 11" descr="$PPTXTitle"/>
          <p:cNvSpPr txBox="1">
            <a:spLocks noGrp="1"/>
          </p:cNvSpPr>
          <p:nvPr>
            <p:ph type="title"/>
          </p:nvPr>
        </p:nvSpPr>
        <p:spPr>
          <a:xfrm>
            <a:off x="1527613" y="313192"/>
            <a:ext cx="14433550" cy="1812925"/>
          </a:xfrm>
          <a:prstGeom prst="rect"/>
        </p:spPr>
        <p:txBody>
          <a:bodyPr wrap="square" lIns="0" tIns="16891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330"/>
              </a:spcBef>
            </a:pPr>
            <a:r>
              <a:rPr dirty="0" sz="4850" spc="195">
                <a:solidFill>
                  <a:srgbClr val="010101"/>
                </a:solidFill>
              </a:rPr>
              <a:t>The</a:t>
            </a:r>
            <a:r>
              <a:rPr dirty="0" sz="4850" spc="-215">
                <a:solidFill>
                  <a:srgbClr val="010101"/>
                </a:solidFill>
              </a:rPr>
              <a:t> </a:t>
            </a:r>
            <a:r>
              <a:rPr dirty="0" sz="4850" spc="105">
                <a:solidFill>
                  <a:srgbClr val="010101"/>
                </a:solidFill>
              </a:rPr>
              <a:t>Core</a:t>
            </a:r>
            <a:r>
              <a:rPr dirty="0" sz="4850" spc="-150">
                <a:solidFill>
                  <a:srgbClr val="010101"/>
                </a:solidFill>
              </a:rPr>
              <a:t> </a:t>
            </a:r>
            <a:r>
              <a:rPr dirty="0" sz="4850">
                <a:solidFill>
                  <a:srgbClr val="010101"/>
                </a:solidFill>
              </a:rPr>
              <a:t>Innovation</a:t>
            </a:r>
            <a:r>
              <a:rPr dirty="0" sz="4850" spc="180">
                <a:solidFill>
                  <a:srgbClr val="010101"/>
                </a:solidFill>
              </a:rPr>
              <a:t> </a:t>
            </a:r>
            <a:r>
              <a:rPr dirty="0" sz="4850" spc="155">
                <a:solidFill>
                  <a:srgbClr val="010101"/>
                </a:solidFill>
              </a:rPr>
              <a:t>is</a:t>
            </a:r>
            <a:r>
              <a:rPr dirty="0" sz="4850" spc="-365">
                <a:solidFill>
                  <a:srgbClr val="010101"/>
                </a:solidFill>
              </a:rPr>
              <a:t> </a:t>
            </a:r>
            <a:r>
              <a:rPr dirty="0" sz="4850" spc="100">
                <a:solidFill>
                  <a:srgbClr val="010101"/>
                </a:solidFill>
              </a:rPr>
              <a:t>Self-</a:t>
            </a:r>
            <a:r>
              <a:rPr dirty="0" sz="4850" spc="120">
                <a:solidFill>
                  <a:srgbClr val="010101"/>
                </a:solidFill>
              </a:rPr>
              <a:t>Healing</a:t>
            </a:r>
            <a:r>
              <a:rPr dirty="0" sz="4850" spc="235">
                <a:solidFill>
                  <a:srgbClr val="010101"/>
                </a:solidFill>
              </a:rPr>
              <a:t> </a:t>
            </a:r>
            <a:r>
              <a:rPr dirty="0" sz="4850" spc="70">
                <a:solidFill>
                  <a:srgbClr val="010101"/>
                </a:solidFill>
              </a:rPr>
              <a:t>Intelligence</a:t>
            </a:r>
            <a:endParaRPr sz="4850"/>
          </a:p>
          <a:p>
            <a:pPr algn="ctr" marL="1704339" marR="1668780">
              <a:lnSpc>
                <a:spcPts val="3020"/>
              </a:lnSpc>
              <a:spcBef>
                <a:spcPts val="1035"/>
              </a:spcBef>
            </a:pPr>
            <a:r>
              <a:rPr dirty="0" sz="2750" spc="-50" b="0">
                <a:solidFill>
                  <a:srgbClr val="1A1A18"/>
                </a:solidFill>
                <a:latin typeface="Times New Roman"/>
                <a:cs typeface="Times New Roman"/>
              </a:rPr>
              <a:t>Akka</a:t>
            </a:r>
            <a:r>
              <a:rPr dirty="0" sz="2750" spc="25" b="0">
                <a:solidFill>
                  <a:srgbClr val="1A1A18"/>
                </a:solidFill>
                <a:latin typeface="Times New Roman"/>
                <a:cs typeface="Times New Roman"/>
              </a:rPr>
              <a:t> </a:t>
            </a:r>
            <a:r>
              <a:rPr dirty="0" sz="2750" spc="-65" b="0">
                <a:solidFill>
                  <a:srgbClr val="1A1A18"/>
                </a:solidFill>
                <a:latin typeface="Times New Roman"/>
                <a:cs typeface="Times New Roman"/>
              </a:rPr>
              <a:t>IDP</a:t>
            </a:r>
            <a:r>
              <a:rPr dirty="0" sz="2750" spc="-95" b="0">
                <a:solidFill>
                  <a:srgbClr val="1A1A18"/>
                </a:solidFill>
                <a:latin typeface="Times New Roman"/>
                <a:cs typeface="Times New Roman"/>
              </a:rPr>
              <a:t> </a:t>
            </a:r>
            <a:r>
              <a:rPr dirty="0" sz="2750" spc="55" b="0">
                <a:solidFill>
                  <a:srgbClr val="1A1A18"/>
                </a:solidFill>
                <a:latin typeface="Times New Roman"/>
                <a:cs typeface="Times New Roman"/>
              </a:rPr>
              <a:t>implements</a:t>
            </a:r>
            <a:r>
              <a:rPr dirty="0" sz="2750" b="0">
                <a:solidFill>
                  <a:srgbClr val="1A1A18"/>
                </a:solidFill>
                <a:latin typeface="Times New Roman"/>
                <a:cs typeface="Times New Roman"/>
              </a:rPr>
              <a:t> a</a:t>
            </a:r>
            <a:r>
              <a:rPr dirty="0" sz="2750" spc="75" b="0">
                <a:solidFill>
                  <a:srgbClr val="1A1A18"/>
                </a:solidFill>
                <a:latin typeface="Times New Roman"/>
                <a:cs typeface="Times New Roman"/>
              </a:rPr>
              <a:t> </a:t>
            </a:r>
            <a:r>
              <a:rPr dirty="0" sz="2750" b="0">
                <a:solidFill>
                  <a:srgbClr val="1A1A18"/>
                </a:solidFill>
                <a:latin typeface="Times New Roman"/>
                <a:cs typeface="Times New Roman"/>
              </a:rPr>
              <a:t>multi-agent</a:t>
            </a:r>
            <a:r>
              <a:rPr dirty="0" sz="2750" spc="120" b="0">
                <a:solidFill>
                  <a:srgbClr val="1A1A18"/>
                </a:solidFill>
                <a:latin typeface="Times New Roman"/>
                <a:cs typeface="Times New Roman"/>
              </a:rPr>
              <a:t> </a:t>
            </a:r>
            <a:r>
              <a:rPr dirty="0" sz="2750" spc="60" b="0">
                <a:solidFill>
                  <a:srgbClr val="2A2A2A"/>
                </a:solidFill>
                <a:latin typeface="Times New Roman"/>
                <a:cs typeface="Times New Roman"/>
              </a:rPr>
              <a:t>architecture</a:t>
            </a:r>
            <a:r>
              <a:rPr dirty="0" sz="2750" spc="145" b="0">
                <a:solidFill>
                  <a:srgbClr val="2A2A2A"/>
                </a:solidFill>
                <a:latin typeface="Times New Roman"/>
                <a:cs typeface="Times New Roman"/>
              </a:rPr>
              <a:t> </a:t>
            </a:r>
            <a:r>
              <a:rPr dirty="0" sz="2750" spc="60" b="0">
                <a:solidFill>
                  <a:srgbClr val="1A1A18"/>
                </a:solidFill>
                <a:latin typeface="Times New Roman"/>
                <a:cs typeface="Times New Roman"/>
              </a:rPr>
              <a:t>where</a:t>
            </a:r>
            <a:r>
              <a:rPr dirty="0" sz="2750" spc="-90" b="0">
                <a:solidFill>
                  <a:srgbClr val="1A1A18"/>
                </a:solidFill>
                <a:latin typeface="Times New Roman"/>
                <a:cs typeface="Times New Roman"/>
              </a:rPr>
              <a:t> </a:t>
            </a:r>
            <a:r>
              <a:rPr dirty="0" sz="2750" b="0">
                <a:solidFill>
                  <a:srgbClr val="1A1A18"/>
                </a:solidFill>
                <a:latin typeface="Times New Roman"/>
                <a:cs typeface="Times New Roman"/>
              </a:rPr>
              <a:t>specialized</a:t>
            </a:r>
            <a:r>
              <a:rPr dirty="0" sz="2750" spc="130" b="0">
                <a:solidFill>
                  <a:srgbClr val="1A1A18"/>
                </a:solidFill>
                <a:latin typeface="Times New Roman"/>
                <a:cs typeface="Times New Roman"/>
              </a:rPr>
              <a:t> </a:t>
            </a:r>
            <a:r>
              <a:rPr dirty="0" sz="2750" spc="-145" b="0">
                <a:solidFill>
                  <a:srgbClr val="2A2A2A"/>
                </a:solidFill>
                <a:latin typeface="Times New Roman"/>
                <a:cs typeface="Times New Roman"/>
              </a:rPr>
              <a:t>AI</a:t>
            </a:r>
            <a:r>
              <a:rPr dirty="0" sz="2750" spc="-120" b="0">
                <a:solidFill>
                  <a:srgbClr val="2A2A2A"/>
                </a:solidFill>
                <a:latin typeface="Times New Roman"/>
                <a:cs typeface="Times New Roman"/>
              </a:rPr>
              <a:t> </a:t>
            </a:r>
            <a:r>
              <a:rPr dirty="0" sz="2750" spc="55" b="0">
                <a:solidFill>
                  <a:srgbClr val="1A1A18"/>
                </a:solidFill>
                <a:latin typeface="Times New Roman"/>
                <a:cs typeface="Times New Roman"/>
              </a:rPr>
              <a:t>agents </a:t>
            </a:r>
            <a:r>
              <a:rPr dirty="0" sz="2750" b="0">
                <a:solidFill>
                  <a:srgbClr val="2A2A2A"/>
                </a:solidFill>
                <a:latin typeface="Times New Roman"/>
                <a:cs typeface="Times New Roman"/>
              </a:rPr>
              <a:t>col</a:t>
            </a:r>
            <a:r>
              <a:rPr dirty="0" sz="2750" b="0">
                <a:solidFill>
                  <a:srgbClr val="010101"/>
                </a:solidFill>
                <a:latin typeface="Times New Roman"/>
                <a:cs typeface="Times New Roman"/>
              </a:rPr>
              <a:t>laborat</a:t>
            </a:r>
            <a:r>
              <a:rPr dirty="0" sz="2750" b="0">
                <a:solidFill>
                  <a:srgbClr val="2A2A2A"/>
                </a:solidFill>
                <a:latin typeface="Times New Roman"/>
                <a:cs typeface="Times New Roman"/>
              </a:rPr>
              <a:t>e</a:t>
            </a:r>
            <a:r>
              <a:rPr dirty="0" sz="2750" spc="55" b="0">
                <a:solidFill>
                  <a:srgbClr val="2A2A2A"/>
                </a:solidFill>
                <a:latin typeface="Times New Roman"/>
                <a:cs typeface="Times New Roman"/>
              </a:rPr>
              <a:t> </a:t>
            </a:r>
            <a:r>
              <a:rPr dirty="0" sz="2750" spc="60" b="0">
                <a:solidFill>
                  <a:srgbClr val="1A1A18"/>
                </a:solidFill>
                <a:latin typeface="Times New Roman"/>
                <a:cs typeface="Times New Roman"/>
              </a:rPr>
              <a:t>through</a:t>
            </a:r>
            <a:r>
              <a:rPr dirty="0" sz="2750" spc="270" b="0">
                <a:solidFill>
                  <a:srgbClr val="1A1A18"/>
                </a:solidFill>
                <a:latin typeface="Times New Roman"/>
                <a:cs typeface="Times New Roman"/>
              </a:rPr>
              <a:t> </a:t>
            </a:r>
            <a:r>
              <a:rPr dirty="0" sz="2750" spc="65" b="0">
                <a:solidFill>
                  <a:srgbClr val="1A1A18"/>
                </a:solidFill>
                <a:latin typeface="Times New Roman"/>
                <a:cs typeface="Times New Roman"/>
              </a:rPr>
              <a:t>durable</a:t>
            </a:r>
            <a:r>
              <a:rPr dirty="0" sz="2750" spc="5" b="0">
                <a:solidFill>
                  <a:srgbClr val="1A1A18"/>
                </a:solidFill>
                <a:latin typeface="Times New Roman"/>
                <a:cs typeface="Times New Roman"/>
              </a:rPr>
              <a:t> </a:t>
            </a:r>
            <a:r>
              <a:rPr dirty="0" sz="2750" spc="-10" b="0">
                <a:solidFill>
                  <a:srgbClr val="2A2A2A"/>
                </a:solidFill>
                <a:latin typeface="Times New Roman"/>
                <a:cs typeface="Times New Roman"/>
              </a:rPr>
              <a:t>workflows</a:t>
            </a:r>
            <a:r>
              <a:rPr dirty="0" sz="2750" spc="-10" b="0">
                <a:solidFill>
                  <a:srgbClr val="010101"/>
                </a:solidFill>
                <a:latin typeface="Times New Roman"/>
                <a:cs typeface="Times New Roman"/>
              </a:rPr>
              <a:t>.</a:t>
            </a:r>
            <a:endParaRPr sz="27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985927" y="4072731"/>
            <a:ext cx="3298190" cy="42418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600" b="1">
                <a:solidFill>
                  <a:srgbClr val="010101"/>
                </a:solidFill>
                <a:latin typeface="Arial"/>
                <a:cs typeface="Arial"/>
              </a:rPr>
              <a:t>Traditional</a:t>
            </a:r>
            <a:r>
              <a:rPr dirty="0" sz="2600" spc="425" b="1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dirty="0" sz="2600" spc="60" b="1">
                <a:solidFill>
                  <a:srgbClr val="010101"/>
                </a:solidFill>
                <a:latin typeface="Arial"/>
                <a:cs typeface="Arial"/>
              </a:rPr>
              <a:t>Systems</a:t>
            </a:r>
            <a:endParaRPr sz="26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2176531" y="4072731"/>
            <a:ext cx="1511300" cy="42418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600" spc="55" b="1">
                <a:solidFill>
                  <a:srgbClr val="010101"/>
                </a:solidFill>
                <a:latin typeface="Arial"/>
                <a:cs typeface="Arial"/>
              </a:rPr>
              <a:t>Akka</a:t>
            </a:r>
            <a:r>
              <a:rPr dirty="0" sz="2600" spc="-55" b="1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dirty="0" sz="2600" spc="40" b="1">
                <a:solidFill>
                  <a:srgbClr val="010101"/>
                </a:solidFill>
                <a:latin typeface="Arial"/>
                <a:cs typeface="Arial"/>
              </a:rPr>
              <a:t>IDP</a:t>
            </a:r>
            <a:endParaRPr sz="26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491585" y="6000419"/>
            <a:ext cx="96520" cy="2705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600" spc="-50">
                <a:solidFill>
                  <a:srgbClr val="999793"/>
                </a:solidFill>
                <a:latin typeface="Arial"/>
                <a:cs typeface="Arial"/>
              </a:rPr>
              <a:t>•</a:t>
            </a:r>
            <a:endParaRPr sz="16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852634" y="5885523"/>
            <a:ext cx="162560" cy="6229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3900" spc="-50">
                <a:solidFill>
                  <a:srgbClr val="999793"/>
                </a:solidFill>
                <a:latin typeface="Arial"/>
                <a:cs typeface="Arial"/>
              </a:rPr>
              <a:t>.</a:t>
            </a:r>
            <a:endParaRPr sz="39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392130" y="6121698"/>
            <a:ext cx="189865" cy="2940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dirty="0" baseline="-9523" sz="2625" spc="-15">
                <a:solidFill>
                  <a:srgbClr val="999793"/>
                </a:solidFill>
                <a:latin typeface="Arial"/>
                <a:cs typeface="Arial"/>
              </a:rPr>
              <a:t>'</a:t>
            </a:r>
            <a:r>
              <a:rPr dirty="0" baseline="-9523" sz="2625" spc="-330">
                <a:solidFill>
                  <a:srgbClr val="999793"/>
                </a:solidFill>
                <a:latin typeface="Arial"/>
                <a:cs typeface="Arial"/>
              </a:rPr>
              <a:t> </a:t>
            </a:r>
            <a:r>
              <a:rPr dirty="0" sz="1550" spc="-50">
                <a:solidFill>
                  <a:srgbClr val="999793"/>
                </a:solidFill>
                <a:latin typeface="Arial"/>
                <a:cs typeface="Arial"/>
              </a:rPr>
              <a:t>'</a:t>
            </a:r>
            <a:endParaRPr sz="155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909829" y="6325956"/>
            <a:ext cx="3658870" cy="2019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50" spc="-10">
                <a:solidFill>
                  <a:srgbClr val="999793"/>
                </a:solidFill>
                <a:latin typeface="Courier New"/>
                <a:cs typeface="Courier New"/>
              </a:rPr>
              <a:t>•••••••••••••••••••••••••••••••••••••••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104016" y="6535349"/>
            <a:ext cx="5059680" cy="952500"/>
          </a:xfrm>
          <a:prstGeom prst="rect">
            <a:avLst/>
          </a:prstGeom>
        </p:spPr>
        <p:txBody>
          <a:bodyPr wrap="square" lIns="0" tIns="13017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25"/>
              </a:spcBef>
            </a:pPr>
            <a:r>
              <a:rPr dirty="0" sz="2300">
                <a:solidFill>
                  <a:srgbClr val="1A1A18"/>
                </a:solidFill>
                <a:latin typeface="Times New Roman"/>
                <a:cs typeface="Times New Roman"/>
              </a:rPr>
              <a:t>If</a:t>
            </a:r>
            <a:r>
              <a:rPr dirty="0" sz="2300" spc="15">
                <a:solidFill>
                  <a:srgbClr val="1A1A18"/>
                </a:solidFill>
                <a:latin typeface="Times New Roman"/>
                <a:cs typeface="Times New Roman"/>
              </a:rPr>
              <a:t> </a:t>
            </a:r>
            <a:r>
              <a:rPr dirty="0" sz="2300">
                <a:solidFill>
                  <a:srgbClr val="1A1A18"/>
                </a:solidFill>
                <a:latin typeface="Times New Roman"/>
                <a:cs typeface="Times New Roman"/>
              </a:rPr>
              <a:t>processing</a:t>
            </a:r>
            <a:r>
              <a:rPr dirty="0" sz="2300" spc="140">
                <a:solidFill>
                  <a:srgbClr val="1A1A18"/>
                </a:solidFill>
                <a:latin typeface="Times New Roman"/>
                <a:cs typeface="Times New Roman"/>
              </a:rPr>
              <a:t> </a:t>
            </a:r>
            <a:r>
              <a:rPr dirty="0" sz="2300" spc="-10">
                <a:solidFill>
                  <a:srgbClr val="2A2A2A"/>
                </a:solidFill>
                <a:latin typeface="Times New Roman"/>
                <a:cs typeface="Times New Roman"/>
              </a:rPr>
              <a:t>crashes</a:t>
            </a:r>
            <a:r>
              <a:rPr dirty="0" sz="2300" spc="-10">
                <a:solidFill>
                  <a:srgbClr val="010101"/>
                </a:solidFill>
                <a:latin typeface="Times New Roman"/>
                <a:cs typeface="Times New Roman"/>
              </a:rPr>
              <a:t>...</a:t>
            </a:r>
            <a:endParaRPr sz="23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910"/>
              </a:spcBef>
              <a:tabLst>
                <a:tab pos="384175" algn="l"/>
              </a:tabLst>
            </a:pPr>
            <a:r>
              <a:rPr dirty="0" sz="2250" spc="105">
                <a:solidFill>
                  <a:srgbClr val="AC854F"/>
                </a:solidFill>
                <a:latin typeface="Arial"/>
                <a:cs typeface="Arial"/>
              </a:rPr>
              <a:t>�</a:t>
            </a:r>
            <a:r>
              <a:rPr dirty="0" sz="2250">
                <a:solidFill>
                  <a:srgbClr val="AC854F"/>
                </a:solidFill>
                <a:latin typeface="Arial"/>
                <a:cs typeface="Arial"/>
              </a:rPr>
              <a:t>	</a:t>
            </a:r>
            <a:r>
              <a:rPr dirty="0" sz="2250" b="1">
                <a:solidFill>
                  <a:srgbClr val="AC854F"/>
                </a:solidFill>
                <a:latin typeface="Arial"/>
                <a:cs typeface="Arial"/>
              </a:rPr>
              <a:t>Result:</a:t>
            </a:r>
            <a:r>
              <a:rPr dirty="0" sz="2250" spc="-5" b="1">
                <a:solidFill>
                  <a:srgbClr val="AC854F"/>
                </a:solidFill>
                <a:latin typeface="Arial"/>
                <a:cs typeface="Arial"/>
              </a:rPr>
              <a:t> </a:t>
            </a:r>
            <a:r>
              <a:rPr dirty="0" sz="2250" spc="100" b="1">
                <a:solidFill>
                  <a:srgbClr val="AC854F"/>
                </a:solidFill>
                <a:latin typeface="Arial"/>
                <a:cs typeface="Arial"/>
              </a:rPr>
              <a:t>Start</a:t>
            </a:r>
            <a:r>
              <a:rPr dirty="0" sz="2250" spc="-110" b="1">
                <a:solidFill>
                  <a:srgbClr val="AC854F"/>
                </a:solidFill>
                <a:latin typeface="Arial"/>
                <a:cs typeface="Arial"/>
              </a:rPr>
              <a:t> </a:t>
            </a:r>
            <a:r>
              <a:rPr dirty="0" sz="2250" spc="60" b="1">
                <a:solidFill>
                  <a:srgbClr val="AC854F"/>
                </a:solidFill>
                <a:latin typeface="Arial"/>
                <a:cs typeface="Arial"/>
              </a:rPr>
              <a:t>Over</a:t>
            </a:r>
            <a:r>
              <a:rPr dirty="0" sz="2250" spc="-15" b="1">
                <a:solidFill>
                  <a:srgbClr val="AC854F"/>
                </a:solidFill>
                <a:latin typeface="Arial"/>
                <a:cs typeface="Arial"/>
              </a:rPr>
              <a:t> </a:t>
            </a:r>
            <a:r>
              <a:rPr dirty="0" sz="2250" spc="85" b="1">
                <a:solidFill>
                  <a:srgbClr val="AC854F"/>
                </a:solidFill>
                <a:latin typeface="Arial"/>
                <a:cs typeface="Arial"/>
              </a:rPr>
              <a:t>or</a:t>
            </a:r>
            <a:r>
              <a:rPr dirty="0" sz="2250" spc="-170" b="1">
                <a:solidFill>
                  <a:srgbClr val="AC854F"/>
                </a:solidFill>
                <a:latin typeface="Arial"/>
                <a:cs typeface="Arial"/>
              </a:rPr>
              <a:t> </a:t>
            </a:r>
            <a:r>
              <a:rPr dirty="0" sz="2250" b="1">
                <a:solidFill>
                  <a:srgbClr val="AC854F"/>
                </a:solidFill>
                <a:latin typeface="Arial"/>
                <a:cs typeface="Arial"/>
              </a:rPr>
              <a:t>Lose</a:t>
            </a:r>
            <a:r>
              <a:rPr dirty="0" sz="2250" spc="-105" b="1">
                <a:solidFill>
                  <a:srgbClr val="AC854F"/>
                </a:solidFill>
                <a:latin typeface="Arial"/>
                <a:cs typeface="Arial"/>
              </a:rPr>
              <a:t> </a:t>
            </a:r>
            <a:r>
              <a:rPr dirty="0" sz="2250" spc="90" b="1">
                <a:solidFill>
                  <a:srgbClr val="AC854F"/>
                </a:solidFill>
                <a:latin typeface="Arial"/>
                <a:cs typeface="Arial"/>
              </a:rPr>
              <a:t>Data</a:t>
            </a:r>
            <a:r>
              <a:rPr dirty="0" sz="2250" spc="-254" b="1">
                <a:solidFill>
                  <a:srgbClr val="AC854F"/>
                </a:solidFill>
                <a:latin typeface="Arial"/>
                <a:cs typeface="Arial"/>
              </a:rPr>
              <a:t> </a:t>
            </a:r>
            <a:r>
              <a:rPr dirty="0" sz="2250" spc="-105">
                <a:solidFill>
                  <a:srgbClr val="9E5E52"/>
                </a:solidFill>
                <a:latin typeface="Arial"/>
                <a:cs typeface="Arial"/>
              </a:rPr>
              <a:t>�</a:t>
            </a:r>
            <a:endParaRPr sz="225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9651207" y="6651493"/>
            <a:ext cx="6509384" cy="222377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algn="ctr" marR="46355">
              <a:lnSpc>
                <a:spcPct val="100000"/>
              </a:lnSpc>
              <a:spcBef>
                <a:spcPts val="110"/>
              </a:spcBef>
            </a:pPr>
            <a:r>
              <a:rPr dirty="0" sz="2300">
                <a:solidFill>
                  <a:srgbClr val="010101"/>
                </a:solidFill>
                <a:latin typeface="Times New Roman"/>
                <a:cs typeface="Times New Roman"/>
              </a:rPr>
              <a:t>I</a:t>
            </a:r>
            <a:r>
              <a:rPr dirty="0" sz="2300">
                <a:solidFill>
                  <a:srgbClr val="2A2A2A"/>
                </a:solidFill>
                <a:latin typeface="Times New Roman"/>
                <a:cs typeface="Times New Roman"/>
              </a:rPr>
              <a:t>f</a:t>
            </a:r>
            <a:r>
              <a:rPr dirty="0" sz="2300" spc="65">
                <a:solidFill>
                  <a:srgbClr val="2A2A2A"/>
                </a:solidFill>
                <a:latin typeface="Times New Roman"/>
                <a:cs typeface="Times New Roman"/>
              </a:rPr>
              <a:t> </a:t>
            </a:r>
            <a:r>
              <a:rPr dirty="0" sz="2300">
                <a:solidFill>
                  <a:srgbClr val="1A1A18"/>
                </a:solidFill>
                <a:latin typeface="Times New Roman"/>
                <a:cs typeface="Times New Roman"/>
              </a:rPr>
              <a:t>processing</a:t>
            </a:r>
            <a:r>
              <a:rPr dirty="0" sz="2300" spc="85">
                <a:solidFill>
                  <a:srgbClr val="1A1A18"/>
                </a:solidFill>
                <a:latin typeface="Times New Roman"/>
                <a:cs typeface="Times New Roman"/>
              </a:rPr>
              <a:t> </a:t>
            </a:r>
            <a:r>
              <a:rPr dirty="0" sz="2300" spc="40">
                <a:solidFill>
                  <a:srgbClr val="2A2A2A"/>
                </a:solidFill>
                <a:latin typeface="Times New Roman"/>
                <a:cs typeface="Times New Roman"/>
              </a:rPr>
              <a:t>crashes</a:t>
            </a:r>
            <a:r>
              <a:rPr dirty="0" sz="2300" spc="40">
                <a:solidFill>
                  <a:srgbClr val="1A1A18"/>
                </a:solidFill>
                <a:latin typeface="Times New Roman"/>
                <a:cs typeface="Times New Roman"/>
              </a:rPr>
              <a:t>...</a:t>
            </a:r>
            <a:endParaRPr sz="23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10"/>
              </a:spcBef>
            </a:pPr>
            <a:r>
              <a:rPr dirty="0" sz="3150" spc="65" b="1">
                <a:solidFill>
                  <a:srgbClr val="1AAC1D"/>
                </a:solidFill>
                <a:latin typeface="Arial"/>
                <a:cs typeface="Arial"/>
              </a:rPr>
              <a:t>it</a:t>
            </a:r>
            <a:r>
              <a:rPr dirty="0" sz="3150" spc="240" b="1">
                <a:solidFill>
                  <a:srgbClr val="1AAC1D"/>
                </a:solidFill>
                <a:latin typeface="Arial"/>
                <a:cs typeface="Arial"/>
              </a:rPr>
              <a:t> </a:t>
            </a:r>
            <a:r>
              <a:rPr dirty="0" sz="2250" b="1">
                <a:solidFill>
                  <a:srgbClr val="60776B"/>
                </a:solidFill>
                <a:latin typeface="Arial"/>
                <a:cs typeface="Arial"/>
              </a:rPr>
              <a:t>Result:</a:t>
            </a:r>
            <a:r>
              <a:rPr dirty="0" sz="2250" spc="-155" b="1">
                <a:solidFill>
                  <a:srgbClr val="60776B"/>
                </a:solidFill>
                <a:latin typeface="Arial"/>
                <a:cs typeface="Arial"/>
              </a:rPr>
              <a:t> </a:t>
            </a:r>
            <a:r>
              <a:rPr dirty="0" sz="2250" spc="55" b="1">
                <a:solidFill>
                  <a:srgbClr val="60776B"/>
                </a:solidFill>
                <a:latin typeface="Arial"/>
                <a:cs typeface="Arial"/>
              </a:rPr>
              <a:t>Continues</a:t>
            </a:r>
            <a:r>
              <a:rPr dirty="0" sz="2250" spc="35" b="1">
                <a:solidFill>
                  <a:srgbClr val="60776B"/>
                </a:solidFill>
                <a:latin typeface="Arial"/>
                <a:cs typeface="Arial"/>
              </a:rPr>
              <a:t> </a:t>
            </a:r>
            <a:r>
              <a:rPr dirty="0" sz="2250" spc="50" b="1">
                <a:solidFill>
                  <a:srgbClr val="60776B"/>
                </a:solidFill>
                <a:latin typeface="Arial"/>
                <a:cs typeface="Arial"/>
              </a:rPr>
              <a:t>Exactly</a:t>
            </a:r>
            <a:r>
              <a:rPr dirty="0" sz="2250" spc="25" b="1">
                <a:solidFill>
                  <a:srgbClr val="60776B"/>
                </a:solidFill>
                <a:latin typeface="Arial"/>
                <a:cs typeface="Arial"/>
              </a:rPr>
              <a:t> </a:t>
            </a:r>
            <a:r>
              <a:rPr dirty="0" sz="2250" spc="90" b="1">
                <a:solidFill>
                  <a:srgbClr val="60776B"/>
                </a:solidFill>
                <a:latin typeface="Arial"/>
                <a:cs typeface="Arial"/>
              </a:rPr>
              <a:t>Where</a:t>
            </a:r>
            <a:r>
              <a:rPr dirty="0" sz="2250" spc="-75" b="1">
                <a:solidFill>
                  <a:srgbClr val="60776B"/>
                </a:solidFill>
                <a:latin typeface="Arial"/>
                <a:cs typeface="Arial"/>
              </a:rPr>
              <a:t> </a:t>
            </a:r>
            <a:r>
              <a:rPr dirty="0" sz="2250" b="1">
                <a:solidFill>
                  <a:srgbClr val="60776B"/>
                </a:solidFill>
                <a:latin typeface="Arial"/>
                <a:cs typeface="Arial"/>
              </a:rPr>
              <a:t>It</a:t>
            </a:r>
            <a:r>
              <a:rPr dirty="0" sz="2250" spc="50" b="1">
                <a:solidFill>
                  <a:srgbClr val="60776B"/>
                </a:solidFill>
                <a:latin typeface="Arial"/>
                <a:cs typeface="Arial"/>
              </a:rPr>
              <a:t> </a:t>
            </a:r>
            <a:r>
              <a:rPr dirty="0" sz="2250" spc="100" b="1">
                <a:solidFill>
                  <a:srgbClr val="60776B"/>
                </a:solidFill>
                <a:latin typeface="Arial"/>
                <a:cs typeface="Arial"/>
              </a:rPr>
              <a:t>Left</a:t>
            </a:r>
            <a:r>
              <a:rPr dirty="0" sz="2250" spc="-135" b="1">
                <a:solidFill>
                  <a:srgbClr val="60776B"/>
                </a:solidFill>
                <a:latin typeface="Arial"/>
                <a:cs typeface="Arial"/>
              </a:rPr>
              <a:t> </a:t>
            </a:r>
            <a:r>
              <a:rPr dirty="0" sz="2250" spc="80" b="1">
                <a:solidFill>
                  <a:srgbClr val="60776B"/>
                </a:solidFill>
                <a:latin typeface="Arial"/>
                <a:cs typeface="Arial"/>
              </a:rPr>
              <a:t>Off</a:t>
            </a:r>
            <a:endParaRPr sz="2250">
              <a:latin typeface="Arial"/>
              <a:cs typeface="Arial"/>
            </a:endParaRPr>
          </a:p>
          <a:p>
            <a:pPr marL="993775" indent="-228600">
              <a:lnSpc>
                <a:spcPts val="2515"/>
              </a:lnSpc>
              <a:spcBef>
                <a:spcPts val="685"/>
              </a:spcBef>
              <a:buClr>
                <a:srgbClr val="60776B"/>
              </a:buClr>
              <a:buChar char="•"/>
              <a:tabLst>
                <a:tab pos="993775" algn="l"/>
              </a:tabLst>
            </a:pPr>
            <a:r>
              <a:rPr dirty="0" sz="2100">
                <a:solidFill>
                  <a:srgbClr val="2A2A2A"/>
                </a:solidFill>
                <a:latin typeface="Times New Roman"/>
                <a:cs typeface="Times New Roman"/>
              </a:rPr>
              <a:t>Automatically</a:t>
            </a:r>
            <a:r>
              <a:rPr dirty="0" sz="2100" spc="290">
                <a:solidFill>
                  <a:srgbClr val="2A2A2A"/>
                </a:solidFill>
                <a:latin typeface="Times New Roman"/>
                <a:cs typeface="Times New Roman"/>
              </a:rPr>
              <a:t> </a:t>
            </a:r>
            <a:r>
              <a:rPr dirty="0" sz="2100" spc="65">
                <a:solidFill>
                  <a:srgbClr val="2A2A2A"/>
                </a:solidFill>
                <a:latin typeface="Times New Roman"/>
                <a:cs typeface="Times New Roman"/>
              </a:rPr>
              <a:t>saves</a:t>
            </a:r>
            <a:r>
              <a:rPr dirty="0" sz="2100" spc="-155">
                <a:solidFill>
                  <a:srgbClr val="2A2A2A"/>
                </a:solidFill>
                <a:latin typeface="Times New Roman"/>
                <a:cs typeface="Times New Roman"/>
              </a:rPr>
              <a:t> </a:t>
            </a:r>
            <a:r>
              <a:rPr dirty="0" sz="2100" spc="90">
                <a:solidFill>
                  <a:srgbClr val="2A2A2A"/>
                </a:solidFill>
                <a:latin typeface="Times New Roman"/>
                <a:cs typeface="Times New Roman"/>
              </a:rPr>
              <a:t>state.</a:t>
            </a:r>
            <a:endParaRPr sz="2100">
              <a:latin typeface="Times New Roman"/>
              <a:cs typeface="Times New Roman"/>
            </a:endParaRPr>
          </a:p>
          <a:p>
            <a:pPr marL="991235" indent="-226060">
              <a:lnSpc>
                <a:spcPts val="2515"/>
              </a:lnSpc>
              <a:buClr>
                <a:srgbClr val="60776B"/>
              </a:buClr>
              <a:buChar char="•"/>
              <a:tabLst>
                <a:tab pos="991235" algn="l"/>
              </a:tabLst>
            </a:pPr>
            <a:r>
              <a:rPr dirty="0" sz="2100">
                <a:solidFill>
                  <a:srgbClr val="1A1A18"/>
                </a:solidFill>
                <a:latin typeface="Times New Roman"/>
                <a:cs typeface="Times New Roman"/>
              </a:rPr>
              <a:t>Recovers</a:t>
            </a:r>
            <a:r>
              <a:rPr dirty="0" sz="2100" spc="20">
                <a:solidFill>
                  <a:srgbClr val="1A1A18"/>
                </a:solidFill>
                <a:latin typeface="Times New Roman"/>
                <a:cs typeface="Times New Roman"/>
              </a:rPr>
              <a:t> </a:t>
            </a:r>
            <a:r>
              <a:rPr dirty="0" sz="2100" spc="50">
                <a:solidFill>
                  <a:srgbClr val="2A2A2A"/>
                </a:solidFill>
                <a:latin typeface="Times New Roman"/>
                <a:cs typeface="Times New Roman"/>
              </a:rPr>
              <a:t>on</a:t>
            </a:r>
            <a:r>
              <a:rPr dirty="0" sz="2100" spc="185">
                <a:solidFill>
                  <a:srgbClr val="2A2A2A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2A2A2A"/>
                </a:solidFill>
                <a:latin typeface="Times New Roman"/>
                <a:cs typeface="Times New Roman"/>
              </a:rPr>
              <a:t>a</a:t>
            </a:r>
            <a:r>
              <a:rPr dirty="0" sz="2100" spc="170">
                <a:solidFill>
                  <a:srgbClr val="2A2A2A"/>
                </a:solidFill>
                <a:latin typeface="Times New Roman"/>
                <a:cs typeface="Times New Roman"/>
              </a:rPr>
              <a:t> </a:t>
            </a:r>
            <a:r>
              <a:rPr dirty="0" sz="2100" spc="90">
                <a:solidFill>
                  <a:srgbClr val="2A2A2A"/>
                </a:solidFill>
                <a:latin typeface="Times New Roman"/>
                <a:cs typeface="Times New Roman"/>
              </a:rPr>
              <a:t>new</a:t>
            </a:r>
            <a:r>
              <a:rPr dirty="0" sz="2100" spc="-25">
                <a:solidFill>
                  <a:srgbClr val="2A2A2A"/>
                </a:solidFill>
                <a:latin typeface="Times New Roman"/>
                <a:cs typeface="Times New Roman"/>
              </a:rPr>
              <a:t> </a:t>
            </a:r>
            <a:r>
              <a:rPr dirty="0" sz="2100" spc="90">
                <a:solidFill>
                  <a:srgbClr val="1A1A18"/>
                </a:solidFill>
                <a:latin typeface="Times New Roman"/>
                <a:cs typeface="Times New Roman"/>
              </a:rPr>
              <a:t>node.</a:t>
            </a:r>
            <a:endParaRPr sz="2100">
              <a:latin typeface="Times New Roman"/>
              <a:cs typeface="Times New Roman"/>
            </a:endParaRPr>
          </a:p>
          <a:p>
            <a:pPr marL="991235" indent="-226060">
              <a:lnSpc>
                <a:spcPts val="2515"/>
              </a:lnSpc>
              <a:buClr>
                <a:srgbClr val="60776B"/>
              </a:buClr>
              <a:buChar char="•"/>
              <a:tabLst>
                <a:tab pos="991235" algn="l"/>
                <a:tab pos="2998470" algn="l"/>
              </a:tabLst>
            </a:pPr>
            <a:r>
              <a:rPr dirty="0" sz="2100" spc="60">
                <a:solidFill>
                  <a:srgbClr val="2A2A2A"/>
                </a:solidFill>
                <a:latin typeface="Times New Roman"/>
                <a:cs typeface="Times New Roman"/>
              </a:rPr>
              <a:t>Retries</a:t>
            </a:r>
            <a:r>
              <a:rPr dirty="0" sz="2100" spc="-60">
                <a:solidFill>
                  <a:srgbClr val="2A2A2A"/>
                </a:solidFill>
                <a:latin typeface="Times New Roman"/>
                <a:cs typeface="Times New Roman"/>
              </a:rPr>
              <a:t> </a:t>
            </a:r>
            <a:r>
              <a:rPr dirty="0" sz="2100" spc="-170">
                <a:solidFill>
                  <a:srgbClr val="2A2A2A"/>
                </a:solidFill>
                <a:latin typeface="Times New Roman"/>
                <a:cs typeface="Times New Roman"/>
              </a:rPr>
              <a:t>ONLY</a:t>
            </a:r>
            <a:r>
              <a:rPr dirty="0" sz="2100" spc="-140">
                <a:solidFill>
                  <a:srgbClr val="2A2A2A"/>
                </a:solidFill>
                <a:latin typeface="Times New Roman"/>
                <a:cs typeface="Times New Roman"/>
              </a:rPr>
              <a:t> </a:t>
            </a:r>
            <a:r>
              <a:rPr dirty="0" sz="2100" spc="-25">
                <a:solidFill>
                  <a:srgbClr val="2A2A2A"/>
                </a:solidFill>
                <a:latin typeface="Times New Roman"/>
                <a:cs typeface="Times New Roman"/>
              </a:rPr>
              <a:t>the</a:t>
            </a:r>
            <a:r>
              <a:rPr dirty="0" sz="2100">
                <a:solidFill>
                  <a:srgbClr val="2A2A2A"/>
                </a:solidFill>
                <a:latin typeface="Times New Roman"/>
                <a:cs typeface="Times New Roman"/>
              </a:rPr>
              <a:t>	</a:t>
            </a:r>
            <a:r>
              <a:rPr dirty="0" sz="2100" spc="60">
                <a:solidFill>
                  <a:srgbClr val="1A1A18"/>
                </a:solidFill>
                <a:latin typeface="Times New Roman"/>
                <a:cs typeface="Times New Roman"/>
              </a:rPr>
              <a:t>failed</a:t>
            </a:r>
            <a:r>
              <a:rPr dirty="0" sz="2100" spc="-140">
                <a:solidFill>
                  <a:srgbClr val="1A1A18"/>
                </a:solidFill>
                <a:latin typeface="Times New Roman"/>
                <a:cs typeface="Times New Roman"/>
              </a:rPr>
              <a:t> </a:t>
            </a:r>
            <a:r>
              <a:rPr dirty="0" sz="2100" spc="90">
                <a:solidFill>
                  <a:srgbClr val="2A2A2A"/>
                </a:solidFill>
                <a:latin typeface="Times New Roman"/>
                <a:cs typeface="Times New Roman"/>
              </a:rPr>
              <a:t>step.</a:t>
            </a:r>
            <a:endParaRPr sz="2100">
              <a:latin typeface="Times New Roman"/>
              <a:cs typeface="Times New Roman"/>
            </a:endParaRPr>
          </a:p>
          <a:p>
            <a:pPr marL="1000125" indent="-234950">
              <a:lnSpc>
                <a:spcPts val="2515"/>
              </a:lnSpc>
              <a:buClr>
                <a:srgbClr val="60776B"/>
              </a:buClr>
              <a:buChar char="•"/>
              <a:tabLst>
                <a:tab pos="1000125" algn="l"/>
              </a:tabLst>
            </a:pPr>
            <a:r>
              <a:rPr dirty="0" sz="2100">
                <a:solidFill>
                  <a:srgbClr val="2A2A2A"/>
                </a:solidFill>
                <a:latin typeface="Times New Roman"/>
                <a:cs typeface="Times New Roman"/>
              </a:rPr>
              <a:t>Never</a:t>
            </a:r>
            <a:r>
              <a:rPr dirty="0" sz="2100" spc="-40">
                <a:solidFill>
                  <a:srgbClr val="2A2A2A"/>
                </a:solidFill>
                <a:latin typeface="Times New Roman"/>
                <a:cs typeface="Times New Roman"/>
              </a:rPr>
              <a:t> </a:t>
            </a:r>
            <a:r>
              <a:rPr dirty="0" sz="2100" spc="85">
                <a:solidFill>
                  <a:srgbClr val="1A1A18"/>
                </a:solidFill>
                <a:latin typeface="Times New Roman"/>
                <a:cs typeface="Times New Roman"/>
              </a:rPr>
              <a:t>loses</a:t>
            </a:r>
            <a:r>
              <a:rPr dirty="0" sz="2100" spc="-135">
                <a:solidFill>
                  <a:srgbClr val="1A1A18"/>
                </a:solidFill>
                <a:latin typeface="Times New Roman"/>
                <a:cs typeface="Times New Roman"/>
              </a:rPr>
              <a:t> </a:t>
            </a:r>
            <a:r>
              <a:rPr dirty="0" sz="2100" spc="95">
                <a:solidFill>
                  <a:srgbClr val="2A2A2A"/>
                </a:solidFill>
                <a:latin typeface="Times New Roman"/>
                <a:cs typeface="Times New Roman"/>
              </a:rPr>
              <a:t>document</a:t>
            </a:r>
            <a:r>
              <a:rPr dirty="0" sz="2100" spc="65">
                <a:solidFill>
                  <a:srgbClr val="2A2A2A"/>
                </a:solidFill>
                <a:latin typeface="Times New Roman"/>
                <a:cs typeface="Times New Roman"/>
              </a:rPr>
              <a:t> </a:t>
            </a:r>
            <a:r>
              <a:rPr dirty="0" sz="2100" spc="95">
                <a:solidFill>
                  <a:srgbClr val="1A1A18"/>
                </a:solidFill>
                <a:latin typeface="Times New Roman"/>
                <a:cs typeface="Times New Roman"/>
              </a:rPr>
              <a:t>data.</a:t>
            </a:r>
            <a:endParaRPr sz="2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52235" y="3830108"/>
            <a:ext cx="534950" cy="51064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11825" y="5949288"/>
            <a:ext cx="4432447" cy="45958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177709" y="5502473"/>
            <a:ext cx="534950" cy="52341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07200" y="4034366"/>
            <a:ext cx="1044427" cy="43404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374371" y="3472656"/>
            <a:ext cx="1069901" cy="485113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356633" y="8528050"/>
            <a:ext cx="16558260" cy="996315"/>
            <a:chOff x="356633" y="8528050"/>
            <a:chExt cx="16558260" cy="996315"/>
          </a:xfrm>
        </p:grpSpPr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56633" y="8528050"/>
              <a:ext cx="15437142" cy="99575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5742831" y="8604646"/>
              <a:ext cx="1171796" cy="434048"/>
            </a:xfrm>
            <a:prstGeom prst="rect">
              <a:avLst/>
            </a:prstGeom>
          </p:spPr>
        </p:pic>
      </p:grpSp>
      <p:sp>
        <p:nvSpPr>
          <p:cNvPr id="10" name="object 10"/>
          <p:cNvSpPr/>
          <p:nvPr/>
        </p:nvSpPr>
        <p:spPr>
          <a:xfrm>
            <a:off x="573161" y="2042847"/>
            <a:ext cx="0" cy="485140"/>
          </a:xfrm>
          <a:custGeom>
            <a:avLst/>
            <a:gdLst/>
            <a:ahLst/>
            <a:cxnLst/>
            <a:rect l="l" t="t" r="r" b="b"/>
            <a:pathLst>
              <a:path w="0" h="485139">
                <a:moveTo>
                  <a:pt x="0" y="485113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648975" y="2042847"/>
            <a:ext cx="0" cy="485140"/>
          </a:xfrm>
          <a:custGeom>
            <a:avLst/>
            <a:gdLst/>
            <a:ahLst/>
            <a:cxnLst/>
            <a:rect l="l" t="t" r="r" b="b"/>
            <a:pathLst>
              <a:path w="0" h="485139">
                <a:moveTo>
                  <a:pt x="0" y="485113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4878240" y="3166267"/>
            <a:ext cx="0" cy="2630170"/>
          </a:xfrm>
          <a:custGeom>
            <a:avLst/>
            <a:gdLst/>
            <a:ahLst/>
            <a:cxnLst/>
            <a:rect l="l" t="t" r="r" b="b"/>
            <a:pathLst>
              <a:path w="0" h="2630170">
                <a:moveTo>
                  <a:pt x="0" y="2629825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5858983" y="1455604"/>
            <a:ext cx="0" cy="2808605"/>
          </a:xfrm>
          <a:custGeom>
            <a:avLst/>
            <a:gdLst/>
            <a:ahLst/>
            <a:cxnLst/>
            <a:rect l="l" t="t" r="r" b="b"/>
            <a:pathLst>
              <a:path w="0" h="2808604">
                <a:moveTo>
                  <a:pt x="0" y="2808551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0635327" y="1659863"/>
            <a:ext cx="0" cy="5770880"/>
          </a:xfrm>
          <a:custGeom>
            <a:avLst/>
            <a:gdLst/>
            <a:ahLst/>
            <a:cxnLst/>
            <a:rect l="l" t="t" r="r" b="b"/>
            <a:pathLst>
              <a:path w="0" h="5770880">
                <a:moveTo>
                  <a:pt x="0" y="5770296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11781650" y="5004592"/>
            <a:ext cx="0" cy="2425700"/>
          </a:xfrm>
          <a:custGeom>
            <a:avLst/>
            <a:gdLst/>
            <a:ahLst/>
            <a:cxnLst/>
            <a:rect l="l" t="t" r="r" b="b"/>
            <a:pathLst>
              <a:path w="0" h="2425700">
                <a:moveTo>
                  <a:pt x="0" y="2425566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17233051" y="5004592"/>
            <a:ext cx="0" cy="2425700"/>
          </a:xfrm>
          <a:custGeom>
            <a:avLst/>
            <a:gdLst/>
            <a:ahLst/>
            <a:cxnLst/>
            <a:rect l="l" t="t" r="r" b="b"/>
            <a:pathLst>
              <a:path w="0" h="2425700">
                <a:moveTo>
                  <a:pt x="0" y="2425566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5833509" y="1481137"/>
            <a:ext cx="2980690" cy="0"/>
          </a:xfrm>
          <a:custGeom>
            <a:avLst/>
            <a:gdLst/>
            <a:ahLst/>
            <a:cxnLst/>
            <a:rect l="l" t="t" r="r" b="b"/>
            <a:pathLst>
              <a:path w="2980690" h="0">
                <a:moveTo>
                  <a:pt x="0" y="0"/>
                </a:moveTo>
                <a:lnTo>
                  <a:pt x="2980439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5833509" y="1659863"/>
            <a:ext cx="4840605" cy="0"/>
          </a:xfrm>
          <a:custGeom>
            <a:avLst/>
            <a:gdLst/>
            <a:ahLst/>
            <a:cxnLst/>
            <a:rect l="l" t="t" r="r" b="b"/>
            <a:pathLst>
              <a:path w="4840605" h="0">
                <a:moveTo>
                  <a:pt x="0" y="0"/>
                </a:moveTo>
                <a:lnTo>
                  <a:pt x="4840029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4126762" y="2055613"/>
            <a:ext cx="560705" cy="0"/>
          </a:xfrm>
          <a:custGeom>
            <a:avLst/>
            <a:gdLst/>
            <a:ahLst/>
            <a:cxnLst/>
            <a:rect l="l" t="t" r="r" b="b"/>
            <a:pathLst>
              <a:path w="560704" h="0">
                <a:moveTo>
                  <a:pt x="0" y="0"/>
                </a:moveTo>
                <a:lnTo>
                  <a:pt x="560424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560424" y="2055613"/>
            <a:ext cx="535305" cy="0"/>
          </a:xfrm>
          <a:custGeom>
            <a:avLst/>
            <a:gdLst/>
            <a:ahLst/>
            <a:cxnLst/>
            <a:rect l="l" t="t" r="r" b="b"/>
            <a:pathLst>
              <a:path w="535305" h="0">
                <a:moveTo>
                  <a:pt x="0" y="0"/>
                </a:moveTo>
                <a:lnTo>
                  <a:pt x="534950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534950" y="2489662"/>
            <a:ext cx="4152265" cy="0"/>
          </a:xfrm>
          <a:custGeom>
            <a:avLst/>
            <a:gdLst/>
            <a:ahLst/>
            <a:cxnLst/>
            <a:rect l="l" t="t" r="r" b="b"/>
            <a:pathLst>
              <a:path w="4152265" h="0">
                <a:moveTo>
                  <a:pt x="0" y="0"/>
                </a:moveTo>
                <a:lnTo>
                  <a:pt x="4152235" y="0"/>
                </a:lnTo>
              </a:path>
            </a:pathLst>
          </a:custGeom>
          <a:ln w="3829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10724485" y="3019457"/>
            <a:ext cx="968375" cy="114935"/>
          </a:xfrm>
          <a:custGeom>
            <a:avLst/>
            <a:gdLst/>
            <a:ahLst/>
            <a:cxnLst/>
            <a:rect l="l" t="t" r="r" b="b"/>
            <a:pathLst>
              <a:path w="968375" h="114935">
                <a:moveTo>
                  <a:pt x="0" y="0"/>
                </a:moveTo>
                <a:lnTo>
                  <a:pt x="968006" y="0"/>
                </a:lnTo>
                <a:lnTo>
                  <a:pt x="968006" y="114895"/>
                </a:lnTo>
                <a:lnTo>
                  <a:pt x="0" y="11489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917058" y="4672672"/>
            <a:ext cx="3541395" cy="0"/>
          </a:xfrm>
          <a:custGeom>
            <a:avLst/>
            <a:gdLst/>
            <a:ahLst/>
            <a:cxnLst/>
            <a:rect l="l" t="t" r="r" b="b"/>
            <a:pathLst>
              <a:path w="3541395" h="0">
                <a:moveTo>
                  <a:pt x="0" y="0"/>
                </a:moveTo>
                <a:lnTo>
                  <a:pt x="3540863" y="0"/>
                </a:lnTo>
              </a:path>
            </a:pathLst>
          </a:custGeom>
          <a:ln w="2553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11768913" y="5017358"/>
            <a:ext cx="5502910" cy="0"/>
          </a:xfrm>
          <a:custGeom>
            <a:avLst/>
            <a:gdLst/>
            <a:ahLst/>
            <a:cxnLst/>
            <a:rect l="l" t="t" r="r" b="b"/>
            <a:pathLst>
              <a:path w="5502909" h="0">
                <a:moveTo>
                  <a:pt x="0" y="0"/>
                </a:moveTo>
                <a:lnTo>
                  <a:pt x="5502349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11768913" y="7404627"/>
            <a:ext cx="5502910" cy="0"/>
          </a:xfrm>
          <a:custGeom>
            <a:avLst/>
            <a:gdLst/>
            <a:ahLst/>
            <a:cxnLst/>
            <a:rect l="l" t="t" r="r" b="b"/>
            <a:pathLst>
              <a:path w="5502909" h="0">
                <a:moveTo>
                  <a:pt x="0" y="0"/>
                </a:moveTo>
                <a:lnTo>
                  <a:pt x="5502349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5833509" y="7404627"/>
            <a:ext cx="4840605" cy="0"/>
          </a:xfrm>
          <a:custGeom>
            <a:avLst/>
            <a:gdLst/>
            <a:ahLst/>
            <a:cxnLst/>
            <a:rect l="l" t="t" r="r" b="b"/>
            <a:pathLst>
              <a:path w="4840605" h="0">
                <a:moveTo>
                  <a:pt x="0" y="0"/>
                </a:moveTo>
                <a:lnTo>
                  <a:pt x="4840029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14571036" y="8323789"/>
            <a:ext cx="1223010" cy="0"/>
          </a:xfrm>
          <a:custGeom>
            <a:avLst/>
            <a:gdLst/>
            <a:ahLst/>
            <a:cxnLst/>
            <a:rect l="l" t="t" r="r" b="b"/>
            <a:pathLst>
              <a:path w="1223009" h="0">
                <a:moveTo>
                  <a:pt x="0" y="0"/>
                </a:moveTo>
                <a:lnTo>
                  <a:pt x="1222744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3031386" y="8323789"/>
            <a:ext cx="10419080" cy="0"/>
          </a:xfrm>
          <a:custGeom>
            <a:avLst/>
            <a:gdLst/>
            <a:ahLst/>
            <a:cxnLst/>
            <a:rect l="l" t="t" r="r" b="b"/>
            <a:pathLst>
              <a:path w="10419080" h="0">
                <a:moveTo>
                  <a:pt x="0" y="0"/>
                </a:moveTo>
                <a:lnTo>
                  <a:pt x="10418800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13704924" y="1927952"/>
            <a:ext cx="0" cy="561975"/>
          </a:xfrm>
          <a:custGeom>
            <a:avLst/>
            <a:gdLst/>
            <a:ahLst/>
            <a:cxnLst/>
            <a:rect l="l" t="t" r="r" b="b"/>
            <a:pathLst>
              <a:path w="0" h="561975">
                <a:moveTo>
                  <a:pt x="0" y="561710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12100073" y="2132210"/>
            <a:ext cx="1376045" cy="370840"/>
          </a:xfrm>
          <a:custGeom>
            <a:avLst/>
            <a:gdLst/>
            <a:ahLst/>
            <a:cxnLst/>
            <a:rect l="l" t="t" r="r" b="b"/>
            <a:pathLst>
              <a:path w="1376044" h="370839">
                <a:moveTo>
                  <a:pt x="0" y="357451"/>
                </a:moveTo>
                <a:lnTo>
                  <a:pt x="1375587" y="357451"/>
                </a:lnTo>
              </a:path>
              <a:path w="1376044" h="370839">
                <a:moveTo>
                  <a:pt x="1362850" y="370218"/>
                </a:moveTo>
                <a:lnTo>
                  <a:pt x="1362850" y="0"/>
                </a:lnTo>
              </a:path>
            </a:pathLst>
          </a:custGeom>
          <a:ln w="2550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13692189" y="2132210"/>
            <a:ext cx="1388745" cy="370840"/>
          </a:xfrm>
          <a:custGeom>
            <a:avLst/>
            <a:gdLst/>
            <a:ahLst/>
            <a:cxnLst/>
            <a:rect l="l" t="t" r="r" b="b"/>
            <a:pathLst>
              <a:path w="1388744" h="370839">
                <a:moveTo>
                  <a:pt x="0" y="357451"/>
                </a:moveTo>
                <a:lnTo>
                  <a:pt x="1388324" y="357451"/>
                </a:lnTo>
              </a:path>
              <a:path w="1388744" h="370839">
                <a:moveTo>
                  <a:pt x="1375587" y="370218"/>
                </a:moveTo>
                <a:lnTo>
                  <a:pt x="1375587" y="0"/>
                </a:lnTo>
              </a:path>
            </a:pathLst>
          </a:custGeom>
          <a:ln w="2550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15284302" y="2489662"/>
            <a:ext cx="1388745" cy="0"/>
          </a:xfrm>
          <a:custGeom>
            <a:avLst/>
            <a:gdLst/>
            <a:ahLst/>
            <a:cxnLst/>
            <a:rect l="l" t="t" r="r" b="b"/>
            <a:pathLst>
              <a:path w="1388744" h="0">
                <a:moveTo>
                  <a:pt x="0" y="0"/>
                </a:moveTo>
                <a:lnTo>
                  <a:pt x="1388324" y="0"/>
                </a:lnTo>
              </a:path>
            </a:pathLst>
          </a:custGeom>
          <a:ln w="2553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12112810" y="3408824"/>
            <a:ext cx="1350645" cy="0"/>
          </a:xfrm>
          <a:custGeom>
            <a:avLst/>
            <a:gdLst/>
            <a:ahLst/>
            <a:cxnLst/>
            <a:rect l="l" t="t" r="r" b="b"/>
            <a:pathLst>
              <a:path w="1350644" h="0">
                <a:moveTo>
                  <a:pt x="0" y="0"/>
                </a:moveTo>
                <a:lnTo>
                  <a:pt x="1350113" y="0"/>
                </a:lnTo>
              </a:path>
            </a:pathLst>
          </a:custGeom>
          <a:ln w="2553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13704924" y="3408824"/>
            <a:ext cx="1363345" cy="715010"/>
          </a:xfrm>
          <a:custGeom>
            <a:avLst/>
            <a:gdLst/>
            <a:ahLst/>
            <a:cxnLst/>
            <a:rect l="l" t="t" r="r" b="b"/>
            <a:pathLst>
              <a:path w="1363344" h="715010">
                <a:moveTo>
                  <a:pt x="0" y="0"/>
                </a:moveTo>
                <a:lnTo>
                  <a:pt x="1362850" y="0"/>
                </a:lnTo>
              </a:path>
              <a:path w="1363344" h="715010">
                <a:moveTo>
                  <a:pt x="0" y="714903"/>
                </a:moveTo>
                <a:lnTo>
                  <a:pt x="0" y="0"/>
                </a:lnTo>
              </a:path>
            </a:pathLst>
          </a:custGeom>
          <a:ln w="2550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12252916" y="3970534"/>
            <a:ext cx="981075" cy="0"/>
          </a:xfrm>
          <a:custGeom>
            <a:avLst/>
            <a:gdLst/>
            <a:ahLst/>
            <a:cxnLst/>
            <a:rect l="l" t="t" r="r" b="b"/>
            <a:pathLst>
              <a:path w="981075" h="0">
                <a:moveTo>
                  <a:pt x="0" y="0"/>
                </a:moveTo>
                <a:lnTo>
                  <a:pt x="980742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13692189" y="3613082"/>
            <a:ext cx="1388745" cy="370840"/>
          </a:xfrm>
          <a:custGeom>
            <a:avLst/>
            <a:gdLst/>
            <a:ahLst/>
            <a:cxnLst/>
            <a:rect l="l" t="t" r="r" b="b"/>
            <a:pathLst>
              <a:path w="1388744" h="370839">
                <a:moveTo>
                  <a:pt x="0" y="357451"/>
                </a:moveTo>
                <a:lnTo>
                  <a:pt x="1388324" y="357451"/>
                </a:lnTo>
              </a:path>
              <a:path w="1388744" h="370839">
                <a:moveTo>
                  <a:pt x="1375587" y="370218"/>
                </a:moveTo>
                <a:lnTo>
                  <a:pt x="1375587" y="0"/>
                </a:lnTo>
              </a:path>
            </a:pathLst>
          </a:custGeom>
          <a:ln w="2550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 txBox="1"/>
          <p:nvPr/>
        </p:nvSpPr>
        <p:spPr>
          <a:xfrm>
            <a:off x="4470695" y="236504"/>
            <a:ext cx="8564245" cy="416559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550" spc="-80" b="1">
                <a:solidFill>
                  <a:srgbClr val="16130E"/>
                </a:solidFill>
                <a:latin typeface="Arial"/>
                <a:cs typeface="Arial"/>
              </a:rPr>
              <a:t>A</a:t>
            </a:r>
            <a:r>
              <a:rPr dirty="0" sz="2550" spc="-260" b="1">
                <a:solidFill>
                  <a:srgbClr val="16130E"/>
                </a:solidFill>
                <a:latin typeface="Arial"/>
                <a:cs typeface="Arial"/>
              </a:rPr>
              <a:t> </a:t>
            </a:r>
            <a:r>
              <a:rPr dirty="0" sz="2550" spc="-100" b="1">
                <a:solidFill>
                  <a:srgbClr val="16130E"/>
                </a:solidFill>
                <a:latin typeface="Arial"/>
                <a:cs typeface="Arial"/>
              </a:rPr>
              <a:t>Loo</a:t>
            </a:r>
            <a:r>
              <a:rPr dirty="0" sz="2550" spc="-100" b="1">
                <a:solidFill>
                  <a:srgbClr val="312F2A"/>
                </a:solidFill>
                <a:latin typeface="Arial"/>
                <a:cs typeface="Arial"/>
              </a:rPr>
              <a:t>k</a:t>
            </a:r>
            <a:r>
              <a:rPr dirty="0" sz="2550" spc="-275" b="1">
                <a:solidFill>
                  <a:srgbClr val="312F2A"/>
                </a:solidFill>
                <a:latin typeface="Arial"/>
                <a:cs typeface="Arial"/>
              </a:rPr>
              <a:t> </a:t>
            </a:r>
            <a:r>
              <a:rPr dirty="0" sz="2550" spc="55" b="1">
                <a:solidFill>
                  <a:srgbClr val="16130E"/>
                </a:solidFill>
                <a:latin typeface="Arial"/>
                <a:cs typeface="Arial"/>
              </a:rPr>
              <a:t>at</a:t>
            </a:r>
            <a:r>
              <a:rPr dirty="0" sz="2550" spc="-215" b="1">
                <a:solidFill>
                  <a:srgbClr val="16130E"/>
                </a:solidFill>
                <a:latin typeface="Arial"/>
                <a:cs typeface="Arial"/>
              </a:rPr>
              <a:t> </a:t>
            </a:r>
            <a:r>
              <a:rPr dirty="0" sz="2550" b="1">
                <a:solidFill>
                  <a:srgbClr val="16130E"/>
                </a:solidFill>
                <a:latin typeface="Arial"/>
                <a:cs typeface="Arial"/>
              </a:rPr>
              <a:t>the</a:t>
            </a:r>
            <a:r>
              <a:rPr dirty="0" sz="2550" spc="-110" b="1">
                <a:solidFill>
                  <a:srgbClr val="16130E"/>
                </a:solidFill>
                <a:latin typeface="Arial"/>
                <a:cs typeface="Arial"/>
              </a:rPr>
              <a:t> </a:t>
            </a:r>
            <a:r>
              <a:rPr dirty="0" sz="2550" spc="-75" b="1">
                <a:solidFill>
                  <a:srgbClr val="16130E"/>
                </a:solidFill>
                <a:latin typeface="Arial"/>
                <a:cs typeface="Arial"/>
              </a:rPr>
              <a:t>Agentic</a:t>
            </a:r>
            <a:r>
              <a:rPr dirty="0" sz="2550" spc="-65" b="1">
                <a:solidFill>
                  <a:srgbClr val="16130E"/>
                </a:solidFill>
                <a:latin typeface="Arial"/>
                <a:cs typeface="Arial"/>
              </a:rPr>
              <a:t> </a:t>
            </a:r>
            <a:r>
              <a:rPr dirty="0" sz="2550" spc="-25" b="1">
                <a:solidFill>
                  <a:srgbClr val="16130E"/>
                </a:solidFill>
                <a:latin typeface="Arial"/>
                <a:cs typeface="Arial"/>
              </a:rPr>
              <a:t>Al</a:t>
            </a:r>
            <a:r>
              <a:rPr dirty="0" sz="2550" spc="-305" b="1">
                <a:solidFill>
                  <a:srgbClr val="16130E"/>
                </a:solidFill>
                <a:latin typeface="Arial"/>
                <a:cs typeface="Arial"/>
              </a:rPr>
              <a:t> </a:t>
            </a:r>
            <a:r>
              <a:rPr dirty="0" sz="2550" spc="-80" b="1">
                <a:solidFill>
                  <a:srgbClr val="16130E"/>
                </a:solidFill>
                <a:latin typeface="Arial"/>
                <a:cs typeface="Arial"/>
              </a:rPr>
              <a:t>Document</a:t>
            </a:r>
            <a:r>
              <a:rPr dirty="0" sz="2550" spc="-30" b="1">
                <a:solidFill>
                  <a:srgbClr val="16130E"/>
                </a:solidFill>
                <a:latin typeface="Arial"/>
                <a:cs typeface="Arial"/>
              </a:rPr>
              <a:t> </a:t>
            </a:r>
            <a:r>
              <a:rPr dirty="0" sz="2550" spc="-90" b="1">
                <a:solidFill>
                  <a:srgbClr val="16130E"/>
                </a:solidFill>
                <a:latin typeface="Arial"/>
                <a:cs typeface="Arial"/>
              </a:rPr>
              <a:t>Processing </a:t>
            </a:r>
            <a:r>
              <a:rPr dirty="0" sz="2550" spc="-40" b="1">
                <a:solidFill>
                  <a:srgbClr val="16130E"/>
                </a:solidFill>
                <a:latin typeface="Arial"/>
                <a:cs typeface="Arial"/>
              </a:rPr>
              <a:t>Framework</a:t>
            </a:r>
            <a:endParaRPr sz="255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527090" y="1059919"/>
            <a:ext cx="2299970" cy="2552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500">
                <a:solidFill>
                  <a:srgbClr val="312F2A"/>
                </a:solidFill>
                <a:latin typeface="Arial"/>
                <a:cs typeface="Arial"/>
              </a:rPr>
              <a:t>1.</a:t>
            </a:r>
            <a:r>
              <a:rPr dirty="0" sz="1500" spc="-140">
                <a:solidFill>
                  <a:srgbClr val="312F2A"/>
                </a:solidFill>
                <a:latin typeface="Arial"/>
                <a:cs typeface="Arial"/>
              </a:rPr>
              <a:t> </a:t>
            </a:r>
            <a:r>
              <a:rPr dirty="0" sz="1500" spc="-20">
                <a:solidFill>
                  <a:srgbClr val="312F2A"/>
                </a:solidFill>
                <a:latin typeface="Arial"/>
                <a:cs typeface="Arial"/>
              </a:rPr>
              <a:t>THE</a:t>
            </a:r>
            <a:r>
              <a:rPr dirty="0" sz="1500" spc="-120">
                <a:solidFill>
                  <a:srgbClr val="312F2A"/>
                </a:solidFill>
                <a:latin typeface="Arial"/>
                <a:cs typeface="Arial"/>
              </a:rPr>
              <a:t> </a:t>
            </a:r>
            <a:r>
              <a:rPr dirty="0" sz="1500" spc="-80">
                <a:solidFill>
                  <a:srgbClr val="312F2A"/>
                </a:solidFill>
                <a:latin typeface="Arial"/>
                <a:cs typeface="Arial"/>
              </a:rPr>
              <a:t>AGENTIC</a:t>
            </a:r>
            <a:r>
              <a:rPr dirty="0" sz="1500" spc="10">
                <a:solidFill>
                  <a:srgbClr val="312F2A"/>
                </a:solidFill>
                <a:latin typeface="Arial"/>
                <a:cs typeface="Arial"/>
              </a:rPr>
              <a:t> </a:t>
            </a:r>
            <a:r>
              <a:rPr dirty="0" sz="1500" spc="-55">
                <a:solidFill>
                  <a:srgbClr val="312F2A"/>
                </a:solidFill>
                <a:latin typeface="Arial"/>
                <a:cs typeface="Arial"/>
              </a:rPr>
              <a:t>PATTERN</a:t>
            </a:r>
            <a:endParaRPr sz="150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5980973" y="1053536"/>
            <a:ext cx="2296795" cy="2628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500">
                <a:solidFill>
                  <a:srgbClr val="312F2A"/>
                </a:solidFill>
                <a:latin typeface="Arial"/>
                <a:cs typeface="Arial"/>
              </a:rPr>
              <a:t>2.</a:t>
            </a:r>
            <a:r>
              <a:rPr dirty="0" sz="1500" spc="60">
                <a:solidFill>
                  <a:srgbClr val="312F2A"/>
                </a:solidFill>
                <a:latin typeface="Arial"/>
                <a:cs typeface="Arial"/>
              </a:rPr>
              <a:t> </a:t>
            </a:r>
            <a:r>
              <a:rPr dirty="0" sz="1550" spc="-135" b="1">
                <a:solidFill>
                  <a:srgbClr val="312F2A"/>
                </a:solidFill>
                <a:latin typeface="Arial"/>
                <a:cs typeface="Arial"/>
              </a:rPr>
              <a:t>AKKA</a:t>
            </a:r>
            <a:r>
              <a:rPr dirty="0" sz="1550" spc="-200" b="1">
                <a:solidFill>
                  <a:srgbClr val="312F2A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312F2A"/>
                </a:solidFill>
                <a:latin typeface="Arial"/>
                <a:cs typeface="Arial"/>
              </a:rPr>
              <a:t>IDP</a:t>
            </a:r>
            <a:r>
              <a:rPr dirty="0" sz="1500" spc="-275">
                <a:solidFill>
                  <a:srgbClr val="312F2A"/>
                </a:solidFill>
                <a:latin typeface="Arial"/>
                <a:cs typeface="Arial"/>
              </a:rPr>
              <a:t> </a:t>
            </a:r>
            <a:r>
              <a:rPr dirty="0" sz="1500" spc="-65">
                <a:solidFill>
                  <a:srgbClr val="312F2A"/>
                </a:solidFill>
                <a:latin typeface="Arial"/>
                <a:cs typeface="Arial"/>
              </a:rPr>
              <a:t>FRAMEWORK</a:t>
            </a:r>
            <a:endParaRPr sz="150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1901031" y="1059919"/>
            <a:ext cx="2839085" cy="2552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500">
                <a:solidFill>
                  <a:srgbClr val="312F2A"/>
                </a:solidFill>
                <a:latin typeface="Arial"/>
                <a:cs typeface="Arial"/>
              </a:rPr>
              <a:t>3.</a:t>
            </a:r>
            <a:r>
              <a:rPr dirty="0" sz="1500" spc="15">
                <a:solidFill>
                  <a:srgbClr val="312F2A"/>
                </a:solidFill>
                <a:latin typeface="Arial"/>
                <a:cs typeface="Arial"/>
              </a:rPr>
              <a:t> </a:t>
            </a:r>
            <a:r>
              <a:rPr dirty="0" sz="1500" spc="-80">
                <a:solidFill>
                  <a:srgbClr val="312F2A"/>
                </a:solidFill>
                <a:latin typeface="Arial"/>
                <a:cs typeface="Arial"/>
              </a:rPr>
              <a:t>ZERO-CODE</a:t>
            </a:r>
            <a:r>
              <a:rPr dirty="0" sz="1500" spc="-25">
                <a:solidFill>
                  <a:srgbClr val="312F2A"/>
                </a:solidFill>
                <a:latin typeface="Arial"/>
                <a:cs typeface="Arial"/>
              </a:rPr>
              <a:t> </a:t>
            </a:r>
            <a:r>
              <a:rPr dirty="0" sz="1500" spc="-65">
                <a:solidFill>
                  <a:srgbClr val="312F2A"/>
                </a:solidFill>
                <a:latin typeface="Arial"/>
                <a:cs typeface="Arial"/>
              </a:rPr>
              <a:t>CONFIGURATION</a:t>
            </a:r>
            <a:endParaRPr sz="150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478182" y="1685463"/>
            <a:ext cx="2279650" cy="2095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200" spc="-40">
                <a:solidFill>
                  <a:srgbClr val="312F2A"/>
                </a:solidFill>
                <a:latin typeface="Arial"/>
                <a:cs typeface="Arial"/>
              </a:rPr>
              <a:t>ReAct</a:t>
            </a:r>
            <a:r>
              <a:rPr dirty="0" sz="1200" spc="-130">
                <a:solidFill>
                  <a:srgbClr val="312F2A"/>
                </a:solidFill>
                <a:latin typeface="Arial"/>
                <a:cs typeface="Arial"/>
              </a:rPr>
              <a:t> </a:t>
            </a:r>
            <a:r>
              <a:rPr dirty="0" sz="1200" spc="-20">
                <a:solidFill>
                  <a:srgbClr val="312F2A"/>
                </a:solidFill>
                <a:latin typeface="Arial"/>
                <a:cs typeface="Arial"/>
              </a:rPr>
              <a:t>Pattern:</a:t>
            </a:r>
            <a:r>
              <a:rPr dirty="0" sz="1200" spc="-110">
                <a:solidFill>
                  <a:srgbClr val="312F2A"/>
                </a:solidFill>
                <a:latin typeface="Arial"/>
                <a:cs typeface="Arial"/>
              </a:rPr>
              <a:t> </a:t>
            </a:r>
            <a:r>
              <a:rPr dirty="0" sz="1200" spc="-30">
                <a:solidFill>
                  <a:srgbClr val="312F2A"/>
                </a:solidFill>
                <a:latin typeface="Arial"/>
                <a:cs typeface="Arial"/>
              </a:rPr>
              <a:t>Reason</a:t>
            </a:r>
            <a:r>
              <a:rPr dirty="0" sz="1200" spc="-30">
                <a:solidFill>
                  <a:srgbClr val="54524B"/>
                </a:solidFill>
                <a:latin typeface="Arial"/>
                <a:cs typeface="Arial"/>
              </a:rPr>
              <a:t>i</a:t>
            </a:r>
            <a:r>
              <a:rPr dirty="0" sz="1200" spc="-30">
                <a:solidFill>
                  <a:srgbClr val="312F2A"/>
                </a:solidFill>
                <a:latin typeface="Arial"/>
                <a:cs typeface="Arial"/>
              </a:rPr>
              <a:t>ng</a:t>
            </a:r>
            <a:r>
              <a:rPr dirty="0" sz="1200" spc="10">
                <a:solidFill>
                  <a:srgbClr val="312F2A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12F2A"/>
                </a:solidFill>
                <a:latin typeface="Arial"/>
                <a:cs typeface="Arial"/>
              </a:rPr>
              <a:t>+</a:t>
            </a:r>
            <a:r>
              <a:rPr dirty="0" sz="1200" spc="-165">
                <a:solidFill>
                  <a:srgbClr val="312F2A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312F2A"/>
                </a:solidFill>
                <a:latin typeface="Arial"/>
                <a:cs typeface="Arial"/>
              </a:rPr>
              <a:t>Acting</a:t>
            </a:r>
            <a:endParaRPr sz="1200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585898" y="2170574"/>
            <a:ext cx="4057015" cy="1943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 marR="12065">
              <a:lnSpc>
                <a:spcPct val="100000"/>
              </a:lnSpc>
              <a:spcBef>
                <a:spcPts val="105"/>
              </a:spcBef>
            </a:pPr>
            <a:r>
              <a:rPr dirty="0" sz="1100">
                <a:solidFill>
                  <a:srgbClr val="9A9E97"/>
                </a:solidFill>
                <a:latin typeface="Arial"/>
                <a:cs typeface="Arial"/>
              </a:rPr>
              <a:t>�</a:t>
            </a:r>
            <a:r>
              <a:rPr dirty="0" sz="1100" spc="15">
                <a:solidFill>
                  <a:srgbClr val="9A9E97"/>
                </a:solidFill>
                <a:latin typeface="Arial"/>
                <a:cs typeface="Arial"/>
              </a:rPr>
              <a:t> </a:t>
            </a:r>
            <a:r>
              <a:rPr dirty="0" sz="1100" spc="-105">
                <a:solidFill>
                  <a:srgbClr val="44423B"/>
                </a:solidFill>
                <a:latin typeface="Arial"/>
                <a:cs typeface="Arial"/>
              </a:rPr>
              <a:t>PERCEPTION</a:t>
            </a:r>
            <a:r>
              <a:rPr dirty="0" sz="1100" spc="-114">
                <a:solidFill>
                  <a:srgbClr val="44423B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312F2A"/>
                </a:solidFill>
                <a:latin typeface="Arial"/>
                <a:cs typeface="Arial"/>
              </a:rPr>
              <a:t>LAYER</a:t>
            </a:r>
            <a:endParaRPr sz="1100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1228792" y="2515261"/>
            <a:ext cx="2773680" cy="1943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spc="-200">
                <a:solidFill>
                  <a:srgbClr val="54524B"/>
                </a:solidFill>
                <a:latin typeface="Arial"/>
                <a:cs typeface="Arial"/>
              </a:rPr>
              <a:t>OOCumenlO</a:t>
            </a:r>
            <a:r>
              <a:rPr dirty="0" sz="1100" spc="-125">
                <a:solidFill>
                  <a:srgbClr val="54524B"/>
                </a:solidFill>
                <a:latin typeface="Arial"/>
                <a:cs typeface="Arial"/>
              </a:rPr>
              <a:t> </a:t>
            </a:r>
            <a:r>
              <a:rPr dirty="0" sz="1100" spc="-95">
                <a:solidFill>
                  <a:srgbClr val="64625D"/>
                </a:solidFill>
                <a:latin typeface="Arial"/>
                <a:cs typeface="Arial"/>
              </a:rPr>
              <a:t>(PDF,</a:t>
            </a:r>
            <a:r>
              <a:rPr dirty="0" sz="1100" spc="-95">
                <a:solidFill>
                  <a:srgbClr val="44423B"/>
                </a:solidFill>
                <a:latin typeface="Arial"/>
                <a:cs typeface="Arial"/>
              </a:rPr>
              <a:t>I</a:t>
            </a:r>
            <a:r>
              <a:rPr dirty="0" sz="1100" spc="-95">
                <a:solidFill>
                  <a:srgbClr val="64625D"/>
                </a:solidFill>
                <a:latin typeface="Arial"/>
                <a:cs typeface="Arial"/>
              </a:rPr>
              <a:t>magos)</a:t>
            </a:r>
            <a:r>
              <a:rPr dirty="0" sz="1100" spc="-85">
                <a:solidFill>
                  <a:srgbClr val="64625D"/>
                </a:solidFill>
                <a:latin typeface="Arial"/>
                <a:cs typeface="Arial"/>
              </a:rPr>
              <a:t> </a:t>
            </a:r>
            <a:r>
              <a:rPr dirty="0" sz="1100" spc="-75">
                <a:solidFill>
                  <a:srgbClr val="54524B"/>
                </a:solidFill>
                <a:latin typeface="Arial"/>
                <a:cs typeface="Arial"/>
              </a:rPr>
              <a:t>•</a:t>
            </a:r>
            <a:r>
              <a:rPr dirty="0" sz="1100" spc="-85">
                <a:solidFill>
                  <a:srgbClr val="54524B"/>
                </a:solidFill>
                <a:latin typeface="Arial"/>
                <a:cs typeface="Arial"/>
              </a:rPr>
              <a:t> </a:t>
            </a:r>
            <a:r>
              <a:rPr dirty="0" sz="1100" spc="-125">
                <a:solidFill>
                  <a:srgbClr val="54524B"/>
                </a:solidFill>
                <a:latin typeface="Arial"/>
                <a:cs typeface="Arial"/>
              </a:rPr>
              <a:t>OCR</a:t>
            </a:r>
            <a:r>
              <a:rPr dirty="0" sz="1100" spc="-155">
                <a:solidFill>
                  <a:srgbClr val="54524B"/>
                </a:solidFill>
                <a:latin typeface="Arial"/>
                <a:cs typeface="Arial"/>
              </a:rPr>
              <a:t> </a:t>
            </a:r>
            <a:r>
              <a:rPr dirty="0" sz="1100" spc="-114">
                <a:solidFill>
                  <a:srgbClr val="64625D"/>
                </a:solidFill>
                <a:latin typeface="Arial"/>
                <a:cs typeface="Arial"/>
              </a:rPr>
              <a:t>Tex</a:t>
            </a:r>
            <a:r>
              <a:rPr dirty="0" sz="1100" spc="-114">
                <a:solidFill>
                  <a:srgbClr val="44423B"/>
                </a:solidFill>
                <a:latin typeface="Arial"/>
                <a:cs typeface="Arial"/>
              </a:rPr>
              <a:t>t</a:t>
            </a:r>
            <a:r>
              <a:rPr dirty="0" sz="1100" spc="-135">
                <a:solidFill>
                  <a:srgbClr val="44423B"/>
                </a:solidFill>
                <a:latin typeface="Arial"/>
                <a:cs typeface="Arial"/>
              </a:rPr>
              <a:t> </a:t>
            </a:r>
            <a:r>
              <a:rPr dirty="0" sz="1100" spc="-90">
                <a:solidFill>
                  <a:srgbClr val="54524B"/>
                </a:solidFill>
                <a:latin typeface="Arial"/>
                <a:cs typeface="Arial"/>
              </a:rPr>
              <a:t>•</a:t>
            </a:r>
            <a:r>
              <a:rPr dirty="0" sz="1100">
                <a:solidFill>
                  <a:srgbClr val="54524B"/>
                </a:solidFill>
                <a:latin typeface="Arial"/>
                <a:cs typeface="Arial"/>
              </a:rPr>
              <a:t> </a:t>
            </a:r>
            <a:r>
              <a:rPr dirty="0" sz="1100" spc="-65">
                <a:solidFill>
                  <a:srgbClr val="54524B"/>
                </a:solidFill>
                <a:latin typeface="Arial"/>
                <a:cs typeface="Arial"/>
              </a:rPr>
              <a:t>APIReques,o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495688" y="3186245"/>
            <a:ext cx="267970" cy="191770"/>
            <a:chOff x="495688" y="3186245"/>
            <a:chExt cx="267970" cy="191770"/>
          </a:xfrm>
        </p:grpSpPr>
        <p:sp>
          <p:nvSpPr>
            <p:cNvPr id="45" name="object 45"/>
            <p:cNvSpPr/>
            <p:nvPr/>
          </p:nvSpPr>
          <p:spPr>
            <a:xfrm>
              <a:off x="502356" y="3186245"/>
              <a:ext cx="64135" cy="191770"/>
            </a:xfrm>
            <a:custGeom>
              <a:avLst/>
              <a:gdLst/>
              <a:ahLst/>
              <a:cxnLst/>
              <a:rect l="l" t="t" r="r" b="b"/>
              <a:pathLst>
                <a:path w="64134" h="191770">
                  <a:moveTo>
                    <a:pt x="63684" y="191579"/>
                  </a:moveTo>
                  <a:lnTo>
                    <a:pt x="0" y="191579"/>
                  </a:lnTo>
                  <a:lnTo>
                    <a:pt x="0" y="0"/>
                  </a:lnTo>
                  <a:lnTo>
                    <a:pt x="63684" y="0"/>
                  </a:lnTo>
                  <a:lnTo>
                    <a:pt x="63684" y="191579"/>
                  </a:lnTo>
                  <a:close/>
                </a:path>
              </a:pathLst>
            </a:custGeom>
            <a:solidFill>
              <a:srgbClr val="F2EFE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/>
            <p:cNvSpPr/>
            <p:nvPr/>
          </p:nvSpPr>
          <p:spPr>
            <a:xfrm>
              <a:off x="502356" y="3332227"/>
              <a:ext cx="254635" cy="0"/>
            </a:xfrm>
            <a:custGeom>
              <a:avLst/>
              <a:gdLst/>
              <a:ahLst/>
              <a:cxnLst/>
              <a:rect l="l" t="t" r="r" b="b"/>
              <a:pathLst>
                <a:path w="254634" h="0">
                  <a:moveTo>
                    <a:pt x="0" y="0"/>
                  </a:moveTo>
                  <a:lnTo>
                    <a:pt x="254098" y="0"/>
                  </a:lnTo>
                </a:path>
              </a:pathLst>
            </a:custGeom>
            <a:ln w="12766">
              <a:solidFill>
                <a:srgbClr val="9A9E9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7" name="object 47"/>
          <p:cNvGrpSpPr/>
          <p:nvPr/>
        </p:nvGrpSpPr>
        <p:grpSpPr>
          <a:xfrm>
            <a:off x="3441070" y="3186245"/>
            <a:ext cx="1221105" cy="191770"/>
            <a:chOff x="3441070" y="3186245"/>
            <a:chExt cx="1221105" cy="191770"/>
          </a:xfrm>
        </p:grpSpPr>
        <p:sp>
          <p:nvSpPr>
            <p:cNvPr id="48" name="object 48"/>
            <p:cNvSpPr/>
            <p:nvPr/>
          </p:nvSpPr>
          <p:spPr>
            <a:xfrm>
              <a:off x="4480719" y="3186245"/>
              <a:ext cx="180975" cy="191770"/>
            </a:xfrm>
            <a:custGeom>
              <a:avLst/>
              <a:gdLst/>
              <a:ahLst/>
              <a:cxnLst/>
              <a:rect l="l" t="t" r="r" b="b"/>
              <a:pathLst>
                <a:path w="180975" h="191770">
                  <a:moveTo>
                    <a:pt x="180979" y="191579"/>
                  </a:moveTo>
                  <a:lnTo>
                    <a:pt x="0" y="191579"/>
                  </a:lnTo>
                  <a:lnTo>
                    <a:pt x="0" y="0"/>
                  </a:lnTo>
                  <a:lnTo>
                    <a:pt x="180979" y="0"/>
                  </a:lnTo>
                  <a:lnTo>
                    <a:pt x="180979" y="191579"/>
                  </a:lnTo>
                  <a:close/>
                </a:path>
              </a:pathLst>
            </a:custGeom>
            <a:solidFill>
              <a:srgbClr val="DFDBD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/>
            <p:cNvSpPr/>
            <p:nvPr/>
          </p:nvSpPr>
          <p:spPr>
            <a:xfrm>
              <a:off x="4480719" y="3325844"/>
              <a:ext cx="180975" cy="13335"/>
            </a:xfrm>
            <a:custGeom>
              <a:avLst/>
              <a:gdLst/>
              <a:ahLst/>
              <a:cxnLst/>
              <a:rect l="l" t="t" r="r" b="b"/>
              <a:pathLst>
                <a:path w="180975" h="13335">
                  <a:moveTo>
                    <a:pt x="0" y="0"/>
                  </a:moveTo>
                  <a:lnTo>
                    <a:pt x="180980" y="0"/>
                  </a:lnTo>
                  <a:lnTo>
                    <a:pt x="180980" y="12766"/>
                  </a:lnTo>
                  <a:lnTo>
                    <a:pt x="0" y="127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3B3A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/>
            <p:cNvSpPr/>
            <p:nvPr/>
          </p:nvSpPr>
          <p:spPr>
            <a:xfrm>
              <a:off x="3441070" y="3355696"/>
              <a:ext cx="1117600" cy="0"/>
            </a:xfrm>
            <a:custGeom>
              <a:avLst/>
              <a:gdLst/>
              <a:ahLst/>
              <a:cxnLst/>
              <a:rect l="l" t="t" r="r" b="b"/>
              <a:pathLst>
                <a:path w="1117600" h="0">
                  <a:moveTo>
                    <a:pt x="0" y="0"/>
                  </a:moveTo>
                  <a:lnTo>
                    <a:pt x="1117071" y="0"/>
                  </a:lnTo>
                </a:path>
              </a:pathLst>
            </a:custGeom>
            <a:ln w="8826">
              <a:solidFill>
                <a:srgbClr val="999D9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1" name="object 51"/>
          <p:cNvSpPr txBox="1"/>
          <p:nvPr/>
        </p:nvSpPr>
        <p:spPr>
          <a:xfrm>
            <a:off x="489656" y="3179100"/>
            <a:ext cx="211454" cy="1943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spc="50">
                <a:solidFill>
                  <a:srgbClr val="B3B3AC"/>
                </a:solidFill>
                <a:latin typeface="Arial"/>
                <a:cs typeface="Arial"/>
              </a:rPr>
              <a:t>[</a:t>
            </a:r>
            <a:r>
              <a:rPr dirty="0" sz="1100" spc="50">
                <a:solidFill>
                  <a:srgbClr val="9A9E97"/>
                </a:solidFill>
                <a:latin typeface="Arial"/>
                <a:cs typeface="Arial"/>
              </a:rPr>
              <a:t>�</a:t>
            </a:r>
            <a:endParaRPr sz="1100">
              <a:latin typeface="Arial"/>
              <a:cs typeface="Arial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791790" y="3355696"/>
            <a:ext cx="1022985" cy="0"/>
          </a:xfrm>
          <a:custGeom>
            <a:avLst/>
            <a:gdLst/>
            <a:ahLst/>
            <a:cxnLst/>
            <a:rect l="l" t="t" r="r" b="b"/>
            <a:pathLst>
              <a:path w="1022985" h="0">
                <a:moveTo>
                  <a:pt x="0" y="0"/>
                </a:moveTo>
                <a:lnTo>
                  <a:pt x="1022615" y="0"/>
                </a:lnTo>
              </a:path>
            </a:pathLst>
          </a:custGeom>
          <a:ln w="8826">
            <a:solidFill>
              <a:srgbClr val="999D9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2320220" y="3355696"/>
            <a:ext cx="137160" cy="0"/>
          </a:xfrm>
          <a:custGeom>
            <a:avLst/>
            <a:gdLst/>
            <a:ahLst/>
            <a:cxnLst/>
            <a:rect l="l" t="t" r="r" b="b"/>
            <a:pathLst>
              <a:path w="137160" h="0">
                <a:moveTo>
                  <a:pt x="0" y="0"/>
                </a:moveTo>
                <a:lnTo>
                  <a:pt x="137102" y="0"/>
                </a:lnTo>
              </a:path>
            </a:pathLst>
          </a:custGeom>
          <a:ln w="8826">
            <a:solidFill>
              <a:srgbClr val="999D9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 txBox="1"/>
          <p:nvPr/>
        </p:nvSpPr>
        <p:spPr>
          <a:xfrm>
            <a:off x="1795929" y="3179100"/>
            <a:ext cx="1623060" cy="1943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spc="-195">
                <a:solidFill>
                  <a:srgbClr val="9A9E97"/>
                </a:solidFill>
                <a:latin typeface="Arial"/>
                <a:cs typeface="Arial"/>
              </a:rPr>
              <a:t>.</a:t>
            </a:r>
            <a:r>
              <a:rPr dirty="0" sz="1100" spc="-195">
                <a:solidFill>
                  <a:srgbClr val="312F2A"/>
                </a:solidFill>
                <a:latin typeface="Arial"/>
                <a:cs typeface="Arial"/>
              </a:rPr>
              <a:t>c</a:t>
            </a:r>
            <a:r>
              <a:rPr dirty="0" sz="1100" spc="-195">
                <a:solidFill>
                  <a:srgbClr val="9A9E97"/>
                </a:solidFill>
                <a:latin typeface="Arial"/>
                <a:cs typeface="Arial"/>
              </a:rPr>
              <a:t>_.</a:t>
            </a:r>
            <a:r>
              <a:rPr dirty="0" sz="1100" spc="-195">
                <a:solidFill>
                  <a:srgbClr val="312F2A"/>
                </a:solidFill>
                <a:latin typeface="Arial"/>
                <a:cs typeface="Arial"/>
              </a:rPr>
              <a:t>o</a:t>
            </a:r>
            <a:r>
              <a:rPr dirty="0" sz="1100" spc="-195">
                <a:solidFill>
                  <a:srgbClr val="9A9E97"/>
                </a:solidFill>
                <a:latin typeface="Arial"/>
                <a:cs typeface="Arial"/>
              </a:rPr>
              <a:t>_</a:t>
            </a:r>
            <a:r>
              <a:rPr dirty="0" sz="1100" spc="-195">
                <a:solidFill>
                  <a:srgbClr val="312F2A"/>
                </a:solidFill>
                <a:latin typeface="Arial"/>
                <a:cs typeface="Arial"/>
              </a:rPr>
              <a:t>G</a:t>
            </a:r>
            <a:r>
              <a:rPr dirty="0" sz="1100" spc="-195">
                <a:solidFill>
                  <a:srgbClr val="9A9E97"/>
                </a:solidFill>
                <a:latin typeface="Arial"/>
                <a:cs typeface="Arial"/>
              </a:rPr>
              <a:t>_</a:t>
            </a:r>
            <a:r>
              <a:rPr dirty="0" sz="1100" spc="-195">
                <a:solidFill>
                  <a:srgbClr val="312F2A"/>
                </a:solidFill>
                <a:latin typeface="Arial"/>
                <a:cs typeface="Arial"/>
              </a:rPr>
              <a:t>Nmve</a:t>
            </a:r>
            <a:r>
              <a:rPr dirty="0" sz="1100" spc="-195">
                <a:solidFill>
                  <a:srgbClr val="9A9E97"/>
                </a:solidFill>
                <a:latin typeface="Arial"/>
                <a:cs typeface="Arial"/>
              </a:rPr>
              <a:t>_</a:t>
            </a:r>
            <a:r>
              <a:rPr dirty="0" sz="1100" spc="-195">
                <a:solidFill>
                  <a:srgbClr val="312F2A"/>
                </a:solidFill>
                <a:latin typeface="Arial"/>
                <a:cs typeface="Arial"/>
              </a:rPr>
              <a:t>LA</a:t>
            </a:r>
            <a:r>
              <a:rPr dirty="0" sz="1100" spc="-195">
                <a:solidFill>
                  <a:srgbClr val="9A9E97"/>
                </a:solidFill>
                <a:latin typeface="Arial"/>
                <a:cs typeface="Arial"/>
              </a:rPr>
              <a:t>_</a:t>
            </a:r>
            <a:r>
              <a:rPr dirty="0" sz="1100" spc="-195">
                <a:solidFill>
                  <a:srgbClr val="312F2A"/>
                </a:solidFill>
                <a:latin typeface="Arial"/>
                <a:cs typeface="Arial"/>
              </a:rPr>
              <a:t>v</a:t>
            </a:r>
            <a:r>
              <a:rPr dirty="0" sz="1100" spc="-195">
                <a:solidFill>
                  <a:srgbClr val="9A9E97"/>
                </a:solidFill>
                <a:latin typeface="Arial"/>
                <a:cs typeface="Arial"/>
              </a:rPr>
              <a:t>_</a:t>
            </a:r>
            <a:r>
              <a:rPr dirty="0" sz="1100" spc="-195">
                <a:solidFill>
                  <a:srgbClr val="312F2A"/>
                </a:solidFill>
                <a:latin typeface="Arial"/>
                <a:cs typeface="Arial"/>
              </a:rPr>
              <a:t>e</a:t>
            </a:r>
            <a:r>
              <a:rPr dirty="0" sz="1100" spc="-195">
                <a:solidFill>
                  <a:srgbClr val="9A9E97"/>
                </a:solidFill>
                <a:latin typeface="Arial"/>
                <a:cs typeface="Arial"/>
              </a:rPr>
              <a:t>_</a:t>
            </a:r>
            <a:r>
              <a:rPr dirty="0" sz="1100" spc="-195">
                <a:solidFill>
                  <a:srgbClr val="312F2A"/>
                </a:solidFill>
                <a:latin typeface="Arial"/>
                <a:cs typeface="Arial"/>
              </a:rPr>
              <a:t>R</a:t>
            </a:r>
            <a:r>
              <a:rPr dirty="0" sz="1100" spc="-195">
                <a:solidFill>
                  <a:srgbClr val="9A9E97"/>
                </a:solidFill>
                <a:latin typeface="Arial"/>
                <a:cs typeface="Arial"/>
              </a:rPr>
              <a:t>_</a:t>
            </a:r>
            <a:r>
              <a:rPr dirty="0" sz="1100" spc="-195">
                <a:solidFill>
                  <a:srgbClr val="312F2A"/>
                </a:solidFill>
                <a:latin typeface="Arial"/>
                <a:cs typeface="Arial"/>
              </a:rPr>
              <a:t>(L</a:t>
            </a:r>
            <a:r>
              <a:rPr dirty="0" sz="1100" spc="-195">
                <a:solidFill>
                  <a:srgbClr val="9A9E97"/>
                </a:solidFill>
                <a:latin typeface="Arial"/>
                <a:cs typeface="Arial"/>
              </a:rPr>
              <a:t>_</a:t>
            </a:r>
            <a:r>
              <a:rPr dirty="0" sz="1100" spc="-195">
                <a:solidFill>
                  <a:srgbClr val="44423B"/>
                </a:solidFill>
                <a:latin typeface="Arial"/>
                <a:cs typeface="Arial"/>
              </a:rPr>
              <a:t>L</a:t>
            </a:r>
            <a:r>
              <a:rPr dirty="0" sz="1100" spc="-195">
                <a:solidFill>
                  <a:srgbClr val="9A9E97"/>
                </a:solidFill>
                <a:latin typeface="Arial"/>
                <a:cs typeface="Arial"/>
              </a:rPr>
              <a:t>_</a:t>
            </a:r>
            <a:r>
              <a:rPr dirty="0" sz="1100" spc="-195">
                <a:solidFill>
                  <a:srgbClr val="312F2A"/>
                </a:solidFill>
                <a:latin typeface="Arial"/>
                <a:cs typeface="Arial"/>
              </a:rPr>
              <a:t>M</a:t>
            </a:r>
            <a:r>
              <a:rPr dirty="0" sz="1100" spc="-195">
                <a:solidFill>
                  <a:srgbClr val="9A9E97"/>
                </a:solidFill>
                <a:latin typeface="Arial"/>
                <a:cs typeface="Arial"/>
              </a:rPr>
              <a:t>_</a:t>
            </a:r>
            <a:r>
              <a:rPr dirty="0" sz="1100" spc="-195">
                <a:solidFill>
                  <a:srgbClr val="312F2A"/>
                </a:solidFill>
                <a:latin typeface="Arial"/>
                <a:cs typeface="Arial"/>
              </a:rPr>
              <a:t>l</a:t>
            </a:r>
            <a:endParaRPr sz="1100">
              <a:latin typeface="Arial"/>
              <a:cs typeface="Arial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4468019" y="3179100"/>
            <a:ext cx="389255" cy="1943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spc="350">
                <a:solidFill>
                  <a:srgbClr val="D3D1CC"/>
                </a:solidFill>
                <a:latin typeface="Arial"/>
                <a:cs typeface="Arial"/>
              </a:rPr>
              <a:t>•</a:t>
            </a:r>
            <a:r>
              <a:rPr dirty="0" sz="1100" spc="350">
                <a:solidFill>
                  <a:srgbClr val="B3B3AC"/>
                </a:solidFill>
                <a:latin typeface="Arial"/>
                <a:cs typeface="Arial"/>
              </a:rPr>
              <a:t>.,)</a:t>
            </a:r>
            <a:endParaRPr sz="1100">
              <a:latin typeface="Arial"/>
              <a:cs typeface="Arial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1166706" y="3415274"/>
            <a:ext cx="2900045" cy="32956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>
              <a:lnSpc>
                <a:spcPts val="1195"/>
              </a:lnSpc>
              <a:spcBef>
                <a:spcPts val="105"/>
              </a:spcBef>
            </a:pPr>
            <a:r>
              <a:rPr dirty="0" sz="1150" spc="-70">
                <a:solidFill>
                  <a:srgbClr val="64625D"/>
                </a:solidFill>
                <a:latin typeface="Times New Roman"/>
                <a:cs typeface="Times New Roman"/>
              </a:rPr>
              <a:t>GPT-</a:t>
            </a:r>
            <a:r>
              <a:rPr dirty="0" sz="1150" spc="-55">
                <a:solidFill>
                  <a:srgbClr val="64625D"/>
                </a:solidFill>
                <a:latin typeface="Times New Roman"/>
                <a:cs typeface="Times New Roman"/>
              </a:rPr>
              <a:t>4eVision•Chan-</a:t>
            </a:r>
            <a:r>
              <a:rPr dirty="0" sz="1150" spc="-60">
                <a:solidFill>
                  <a:srgbClr val="64625D"/>
                </a:solidFill>
                <a:latin typeface="Times New Roman"/>
                <a:cs typeface="Times New Roman"/>
              </a:rPr>
              <a:t>of-</a:t>
            </a:r>
            <a:r>
              <a:rPr dirty="0" sz="1150" spc="-50">
                <a:solidFill>
                  <a:srgbClr val="64625D"/>
                </a:solidFill>
                <a:latin typeface="Times New Roman"/>
                <a:cs typeface="Times New Roman"/>
              </a:rPr>
              <a:t>ThoughtReasoning•</a:t>
            </a:r>
            <a:r>
              <a:rPr dirty="0" sz="1150" spc="135">
                <a:solidFill>
                  <a:srgbClr val="64625D"/>
                </a:solidFill>
                <a:latin typeface="Times New Roman"/>
                <a:cs typeface="Times New Roman"/>
              </a:rPr>
              <a:t> </a:t>
            </a:r>
            <a:r>
              <a:rPr dirty="0" sz="1150" spc="-20">
                <a:solidFill>
                  <a:srgbClr val="54524B"/>
                </a:solidFill>
                <a:latin typeface="Times New Roman"/>
                <a:cs typeface="Times New Roman"/>
              </a:rPr>
              <a:t>Plann</a:t>
            </a:r>
            <a:r>
              <a:rPr dirty="0" sz="1150" spc="-20">
                <a:solidFill>
                  <a:srgbClr val="72756E"/>
                </a:solidFill>
                <a:latin typeface="Times New Roman"/>
                <a:cs typeface="Times New Roman"/>
              </a:rPr>
              <a:t>ing</a:t>
            </a:r>
            <a:endParaRPr sz="1150">
              <a:latin typeface="Times New Roman"/>
              <a:cs typeface="Times New Roman"/>
            </a:endParaRPr>
          </a:p>
          <a:p>
            <a:pPr algn="ctr" marL="12700">
              <a:lnSpc>
                <a:spcPts val="1195"/>
              </a:lnSpc>
            </a:pPr>
            <a:r>
              <a:rPr dirty="0" sz="1150" spc="-80">
                <a:solidFill>
                  <a:srgbClr val="64625D"/>
                </a:solidFill>
                <a:latin typeface="Arial"/>
                <a:cs typeface="Arial"/>
              </a:rPr>
              <a:t>&lt;lassffication</a:t>
            </a:r>
            <a:r>
              <a:rPr dirty="0" sz="1150" spc="50">
                <a:solidFill>
                  <a:srgbClr val="64625D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64625D"/>
                </a:solidFill>
                <a:latin typeface="Arial"/>
                <a:cs typeface="Arial"/>
              </a:rPr>
              <a:t>•</a:t>
            </a:r>
            <a:r>
              <a:rPr dirty="0" sz="1150" spc="-85">
                <a:solidFill>
                  <a:srgbClr val="64625D"/>
                </a:solidFill>
                <a:latin typeface="Arial"/>
                <a:cs typeface="Arial"/>
              </a:rPr>
              <a:t> </a:t>
            </a:r>
            <a:r>
              <a:rPr dirty="0" sz="1150" spc="-90">
                <a:solidFill>
                  <a:srgbClr val="64625D"/>
                </a:solidFill>
                <a:latin typeface="Arial"/>
                <a:cs typeface="Arial"/>
              </a:rPr>
              <a:t>Extraction</a:t>
            </a:r>
            <a:r>
              <a:rPr dirty="0" sz="1150" spc="210">
                <a:solidFill>
                  <a:srgbClr val="64625D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64625D"/>
                </a:solidFill>
                <a:latin typeface="Arial"/>
                <a:cs typeface="Arial"/>
              </a:rPr>
              <a:t>•</a:t>
            </a:r>
            <a:r>
              <a:rPr dirty="0" sz="1150" spc="-100">
                <a:solidFill>
                  <a:srgbClr val="64625D"/>
                </a:solidFill>
                <a:latin typeface="Arial"/>
                <a:cs typeface="Arial"/>
              </a:rPr>
              <a:t> </a:t>
            </a:r>
            <a:r>
              <a:rPr dirty="0" sz="1150" spc="-10">
                <a:solidFill>
                  <a:srgbClr val="54524B"/>
                </a:solidFill>
                <a:latin typeface="Arial"/>
                <a:cs typeface="Arial"/>
              </a:rPr>
              <a:t>T</a:t>
            </a:r>
            <a:r>
              <a:rPr dirty="0" sz="1150" spc="-10">
                <a:solidFill>
                  <a:srgbClr val="64625D"/>
                </a:solidFill>
                <a:latin typeface="Arial"/>
                <a:cs typeface="Arial"/>
              </a:rPr>
              <a:t>rans</a:t>
            </a:r>
            <a:r>
              <a:rPr dirty="0" sz="1150" spc="-10">
                <a:solidFill>
                  <a:srgbClr val="44423B"/>
                </a:solidFill>
                <a:latin typeface="Arial"/>
                <a:cs typeface="Arial"/>
              </a:rPr>
              <a:t>f</a:t>
            </a:r>
            <a:r>
              <a:rPr dirty="0" sz="1150" spc="-10">
                <a:solidFill>
                  <a:srgbClr val="72756E"/>
                </a:solidFill>
                <a:latin typeface="Arial"/>
                <a:cs typeface="Arial"/>
              </a:rPr>
              <a:t>onM</a:t>
            </a:r>
            <a:r>
              <a:rPr dirty="0" sz="1150" spc="-10">
                <a:solidFill>
                  <a:srgbClr val="54524B"/>
                </a:solidFill>
                <a:latin typeface="Arial"/>
                <a:cs typeface="Arial"/>
              </a:rPr>
              <a:t>tion</a:t>
            </a:r>
            <a:endParaRPr sz="1150">
              <a:latin typeface="Arial"/>
              <a:cs typeface="Arial"/>
            </a:endParaRPr>
          </a:p>
        </p:txBody>
      </p:sp>
      <p:sp>
        <p:nvSpPr>
          <p:cNvPr id="57" name="object 57"/>
          <p:cNvSpPr/>
          <p:nvPr/>
        </p:nvSpPr>
        <p:spPr>
          <a:xfrm>
            <a:off x="522710" y="3611854"/>
            <a:ext cx="484505" cy="911225"/>
          </a:xfrm>
          <a:custGeom>
            <a:avLst/>
            <a:gdLst/>
            <a:ahLst/>
            <a:cxnLst/>
            <a:rect l="l" t="t" r="r" b="b"/>
            <a:pathLst>
              <a:path w="484505" h="911225">
                <a:moveTo>
                  <a:pt x="484002" y="910840"/>
                </a:moveTo>
                <a:lnTo>
                  <a:pt x="0" y="910840"/>
                </a:lnTo>
                <a:lnTo>
                  <a:pt x="0" y="0"/>
                </a:lnTo>
                <a:lnTo>
                  <a:pt x="484002" y="0"/>
                </a:lnTo>
                <a:lnTo>
                  <a:pt x="484002" y="910840"/>
                </a:lnTo>
                <a:close/>
              </a:path>
            </a:pathLst>
          </a:custGeom>
          <a:solidFill>
            <a:srgbClr val="DFDBD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 txBox="1"/>
          <p:nvPr/>
        </p:nvSpPr>
        <p:spPr>
          <a:xfrm>
            <a:off x="1440390" y="3919537"/>
            <a:ext cx="2133600" cy="2552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500" spc="-60">
                <a:solidFill>
                  <a:srgbClr val="9A9E97"/>
                </a:solidFill>
                <a:latin typeface="Arial"/>
                <a:cs typeface="Arial"/>
              </a:rPr>
              <a:t>(;ii</a:t>
            </a:r>
            <a:r>
              <a:rPr dirty="0" sz="1100" spc="-60" b="1">
                <a:solidFill>
                  <a:srgbClr val="312F2A"/>
                </a:solidFill>
                <a:latin typeface="Arial"/>
                <a:cs typeface="Arial"/>
              </a:rPr>
              <a:t>MEMORY</a:t>
            </a:r>
            <a:r>
              <a:rPr dirty="0" sz="1100" spc="-110" b="1">
                <a:solidFill>
                  <a:srgbClr val="312F2A"/>
                </a:solidFill>
                <a:latin typeface="Arial"/>
                <a:cs typeface="Arial"/>
              </a:rPr>
              <a:t> </a:t>
            </a:r>
            <a:r>
              <a:rPr dirty="0" sz="1100" spc="-100">
                <a:solidFill>
                  <a:srgbClr val="312F2A"/>
                </a:solidFill>
                <a:latin typeface="Arial"/>
                <a:cs typeface="Arial"/>
              </a:rPr>
              <a:t>LAYER</a:t>
            </a:r>
            <a:r>
              <a:rPr dirty="0" sz="1100" spc="-25">
                <a:solidFill>
                  <a:srgbClr val="312F2A"/>
                </a:solidFill>
                <a:latin typeface="Arial"/>
                <a:cs typeface="Arial"/>
              </a:rPr>
              <a:t> </a:t>
            </a:r>
            <a:r>
              <a:rPr dirty="0" sz="1100" spc="-40">
                <a:solidFill>
                  <a:srgbClr val="312F2A"/>
                </a:solidFill>
                <a:latin typeface="Arial"/>
                <a:cs typeface="Arial"/>
              </a:rPr>
              <a:t>(Durab</a:t>
            </a:r>
            <a:r>
              <a:rPr dirty="0" sz="1100" spc="-40">
                <a:solidFill>
                  <a:srgbClr val="54524B"/>
                </a:solidFill>
                <a:latin typeface="Arial"/>
                <a:cs typeface="Arial"/>
              </a:rPr>
              <a:t>le</a:t>
            </a:r>
            <a:r>
              <a:rPr dirty="0" sz="1100" spc="-100">
                <a:solidFill>
                  <a:srgbClr val="54524B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312F2A"/>
                </a:solidFill>
                <a:latin typeface="Arial"/>
                <a:cs typeface="Arial"/>
              </a:rPr>
              <a:t>Stale}</a:t>
            </a:r>
            <a:endParaRPr sz="1100">
              <a:latin typeface="Arial"/>
              <a:cs typeface="Arial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7007290" y="1455671"/>
            <a:ext cx="527050" cy="1943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spc="-50">
                <a:solidFill>
                  <a:srgbClr val="312F2A"/>
                </a:solidFill>
                <a:latin typeface="Arial"/>
                <a:cs typeface="Arial"/>
              </a:rPr>
              <a:t>Package</a:t>
            </a:r>
            <a:endParaRPr sz="1100">
              <a:latin typeface="Arial"/>
              <a:cs typeface="Arial"/>
            </a:endParaRPr>
          </a:p>
        </p:txBody>
      </p:sp>
      <p:sp>
        <p:nvSpPr>
          <p:cNvPr id="60" name="object 60"/>
          <p:cNvSpPr/>
          <p:nvPr/>
        </p:nvSpPr>
        <p:spPr>
          <a:xfrm>
            <a:off x="7836160" y="2330409"/>
            <a:ext cx="815340" cy="209550"/>
          </a:xfrm>
          <a:custGeom>
            <a:avLst/>
            <a:gdLst/>
            <a:ahLst/>
            <a:cxnLst/>
            <a:rect l="l" t="t" r="r" b="b"/>
            <a:pathLst>
              <a:path w="815340" h="209550">
                <a:moveTo>
                  <a:pt x="815162" y="208995"/>
                </a:moveTo>
                <a:lnTo>
                  <a:pt x="0" y="208995"/>
                </a:lnTo>
                <a:lnTo>
                  <a:pt x="0" y="0"/>
                </a:lnTo>
                <a:lnTo>
                  <a:pt x="815162" y="0"/>
                </a:lnTo>
                <a:lnTo>
                  <a:pt x="815162" y="208995"/>
                </a:lnTo>
                <a:close/>
              </a:path>
            </a:pathLst>
          </a:custGeom>
          <a:solidFill>
            <a:srgbClr val="3A597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 txBox="1"/>
          <p:nvPr/>
        </p:nvSpPr>
        <p:spPr>
          <a:xfrm>
            <a:off x="7823882" y="2323768"/>
            <a:ext cx="842010" cy="2095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065">
              <a:lnSpc>
                <a:spcPct val="100000"/>
              </a:lnSpc>
              <a:spcBef>
                <a:spcPts val="105"/>
              </a:spcBef>
            </a:pPr>
            <a:r>
              <a:rPr dirty="0" sz="1200" spc="-60">
                <a:solidFill>
                  <a:srgbClr val="BDD4E8"/>
                </a:solidFill>
                <a:latin typeface="Arial"/>
                <a:cs typeface="Arial"/>
              </a:rPr>
              <a:t>ldpWorl&lt;Aow</a:t>
            </a:r>
            <a:endParaRPr sz="1200">
              <a:latin typeface="Arial"/>
              <a:cs typeface="Arial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7823882" y="2506766"/>
            <a:ext cx="854710" cy="173355"/>
          </a:xfrm>
          <a:prstGeom prst="rect">
            <a:avLst/>
          </a:prstGeom>
          <a:solidFill>
            <a:srgbClr val="3A5979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210"/>
              </a:lnSpc>
            </a:pPr>
            <a:r>
              <a:rPr dirty="0" sz="1200" spc="-85">
                <a:solidFill>
                  <a:srgbClr val="ACC6DD"/>
                </a:solidFill>
                <a:latin typeface="Arial"/>
                <a:cs typeface="Arial"/>
              </a:rPr>
              <a:t>(@Wo</a:t>
            </a:r>
            <a:r>
              <a:rPr dirty="0" sz="1200" spc="-85">
                <a:solidFill>
                  <a:srgbClr val="D6E6E4"/>
                </a:solidFill>
                <a:latin typeface="Arial"/>
                <a:cs typeface="Arial"/>
              </a:rPr>
              <a:t>rl&lt;</a:t>
            </a:r>
            <a:r>
              <a:rPr dirty="0" sz="1200" spc="-85">
                <a:solidFill>
                  <a:srgbClr val="ACC6DD"/>
                </a:solidFill>
                <a:latin typeface="Arial"/>
                <a:cs typeface="Arial"/>
              </a:rPr>
              <a:t>Ao</a:t>
            </a:r>
            <a:r>
              <a:rPr dirty="0" sz="1200" spc="-85">
                <a:solidFill>
                  <a:srgbClr val="D6E6E4"/>
                </a:solidFill>
                <a:latin typeface="Arial"/>
                <a:cs typeface="Arial"/>
              </a:rPr>
              <a:t>w)</a:t>
            </a:r>
            <a:endParaRPr sz="1200">
              <a:latin typeface="Arial"/>
              <a:cs typeface="Arial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6000658" y="2764201"/>
            <a:ext cx="4460240" cy="26924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>
              <a:lnSpc>
                <a:spcPts val="1105"/>
              </a:lnSpc>
              <a:spcBef>
                <a:spcPts val="105"/>
              </a:spcBef>
            </a:pPr>
            <a:r>
              <a:rPr dirty="0" sz="900" spc="-95">
                <a:solidFill>
                  <a:srgbClr val="64625D"/>
                </a:solidFill>
                <a:latin typeface="Times New Roman"/>
                <a:cs typeface="Times New Roman"/>
              </a:rPr>
              <a:t>NITIAU22.:0</a:t>
            </a:r>
            <a:r>
              <a:rPr dirty="0" sz="900" spc="-100">
                <a:solidFill>
                  <a:srgbClr val="64625D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808982"/>
                </a:solidFill>
                <a:latin typeface="Times New Roman"/>
                <a:cs typeface="Times New Roman"/>
              </a:rPr>
              <a:t>-</a:t>
            </a:r>
            <a:r>
              <a:rPr dirty="0" sz="900" spc="310">
                <a:solidFill>
                  <a:srgbClr val="808982"/>
                </a:solidFill>
                <a:latin typeface="Times New Roman"/>
                <a:cs typeface="Times New Roman"/>
              </a:rPr>
              <a:t> </a:t>
            </a:r>
            <a:r>
              <a:rPr dirty="0" sz="700">
                <a:solidFill>
                  <a:srgbClr val="64625D"/>
                </a:solidFill>
                <a:latin typeface="Times New Roman"/>
                <a:cs typeface="Times New Roman"/>
              </a:rPr>
              <a:t>COf(VERTl!,f6</a:t>
            </a:r>
            <a:r>
              <a:rPr dirty="0" sz="700" spc="-40">
                <a:solidFill>
                  <a:srgbClr val="64625D"/>
                </a:solidFill>
                <a:latin typeface="Times New Roman"/>
                <a:cs typeface="Times New Roman"/>
              </a:rPr>
              <a:t> </a:t>
            </a:r>
            <a:r>
              <a:rPr dirty="0" sz="700">
                <a:solidFill>
                  <a:srgbClr val="808982"/>
                </a:solidFill>
                <a:latin typeface="Times New Roman"/>
                <a:cs typeface="Times New Roman"/>
              </a:rPr>
              <a:t>-</a:t>
            </a:r>
            <a:r>
              <a:rPr dirty="0" sz="700" spc="335">
                <a:solidFill>
                  <a:srgbClr val="808982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64625D"/>
                </a:solidFill>
                <a:latin typeface="Times New Roman"/>
                <a:cs typeface="Times New Roman"/>
              </a:rPr>
              <a:t>oat</a:t>
            </a:r>
            <a:r>
              <a:rPr dirty="0" sz="1050" spc="240">
                <a:solidFill>
                  <a:srgbClr val="64625D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808982"/>
                </a:solidFill>
                <a:latin typeface="Times New Roman"/>
                <a:cs typeface="Times New Roman"/>
              </a:rPr>
              <a:t>-</a:t>
            </a:r>
            <a:r>
              <a:rPr dirty="0" sz="1050" spc="135">
                <a:solidFill>
                  <a:srgbClr val="808982"/>
                </a:solidFill>
                <a:latin typeface="Times New Roman"/>
                <a:cs typeface="Times New Roman"/>
              </a:rPr>
              <a:t> </a:t>
            </a:r>
            <a:r>
              <a:rPr dirty="0" sz="900" spc="55">
                <a:solidFill>
                  <a:srgbClr val="64625D"/>
                </a:solidFill>
                <a:latin typeface="Times New Roman"/>
                <a:cs typeface="Times New Roman"/>
              </a:rPr>
              <a:t>£l�Y'IIFIS</a:t>
            </a:r>
            <a:r>
              <a:rPr dirty="0" sz="900" spc="-110">
                <a:solidFill>
                  <a:srgbClr val="64625D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72756E"/>
                </a:solidFill>
                <a:latin typeface="Times New Roman"/>
                <a:cs typeface="Times New Roman"/>
              </a:rPr>
              <a:t>-</a:t>
            </a:r>
            <a:r>
              <a:rPr dirty="0" sz="900" spc="204">
                <a:solidFill>
                  <a:srgbClr val="72756E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64625D"/>
                </a:solidFill>
                <a:latin typeface="Times New Roman"/>
                <a:cs typeface="Times New Roman"/>
              </a:rPr>
              <a:t>ESnv.£0RG</a:t>
            </a:r>
            <a:r>
              <a:rPr dirty="0" sz="900" spc="-85">
                <a:solidFill>
                  <a:srgbClr val="64625D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64625D"/>
                </a:solidFill>
                <a:latin typeface="Times New Roman"/>
                <a:cs typeface="Times New Roman"/>
              </a:rPr>
              <a:t>-</a:t>
            </a:r>
            <a:r>
              <a:rPr dirty="0" sz="900" spc="345">
                <a:solidFill>
                  <a:srgbClr val="64625D"/>
                </a:solidFill>
                <a:latin typeface="Times New Roman"/>
                <a:cs typeface="Times New Roman"/>
              </a:rPr>
              <a:t> </a:t>
            </a:r>
            <a:r>
              <a:rPr dirty="0" sz="900" spc="-75">
                <a:solidFill>
                  <a:srgbClr val="64625D"/>
                </a:solidFill>
                <a:latin typeface="Times New Roman"/>
                <a:cs typeface="Times New Roman"/>
              </a:rPr>
              <a:t>TkMCSFCtlJilll-</a:t>
            </a:r>
            <a:r>
              <a:rPr dirty="0" sz="900">
                <a:solidFill>
                  <a:srgbClr val="64625D"/>
                </a:solidFill>
                <a:latin typeface="Times New Roman"/>
                <a:cs typeface="Times New Roman"/>
              </a:rPr>
              <a:t>:8</a:t>
            </a:r>
            <a:r>
              <a:rPr dirty="0" sz="900">
                <a:solidFill>
                  <a:srgbClr val="9A9E97"/>
                </a:solidFill>
                <a:latin typeface="Times New Roman"/>
                <a:cs typeface="Times New Roman"/>
              </a:rPr>
              <a:t>-</a:t>
            </a:r>
            <a:r>
              <a:rPr dirty="0" sz="900" spc="335">
                <a:solidFill>
                  <a:srgbClr val="9A9E97"/>
                </a:solidFill>
                <a:latin typeface="Times New Roman"/>
                <a:cs typeface="Times New Roman"/>
              </a:rPr>
              <a:t> </a:t>
            </a:r>
            <a:r>
              <a:rPr dirty="0" sz="900" spc="-55">
                <a:solidFill>
                  <a:srgbClr val="64625D"/>
                </a:solidFill>
                <a:latin typeface="Times New Roman"/>
                <a:cs typeface="Times New Roman"/>
              </a:rPr>
              <a:t>P\l8USl'lll'tG</a:t>
            </a:r>
            <a:r>
              <a:rPr dirty="0" sz="900" spc="-75">
                <a:solidFill>
                  <a:srgbClr val="64625D"/>
                </a:solidFill>
                <a:latin typeface="Times New Roman"/>
                <a:cs typeface="Times New Roman"/>
              </a:rPr>
              <a:t> </a:t>
            </a:r>
            <a:r>
              <a:rPr dirty="0" sz="900" spc="-50">
                <a:solidFill>
                  <a:srgbClr val="808982"/>
                </a:solidFill>
                <a:latin typeface="Times New Roman"/>
                <a:cs typeface="Times New Roman"/>
              </a:rPr>
              <a:t>-</a:t>
            </a:r>
            <a:endParaRPr sz="900">
              <a:latin typeface="Times New Roman"/>
              <a:cs typeface="Times New Roman"/>
            </a:endParaRPr>
          </a:p>
          <a:p>
            <a:pPr algn="ctr" marL="60960">
              <a:lnSpc>
                <a:spcPts val="805"/>
              </a:lnSpc>
            </a:pPr>
            <a:r>
              <a:rPr dirty="0" sz="800" spc="85">
                <a:solidFill>
                  <a:srgbClr val="44423B"/>
                </a:solidFill>
                <a:latin typeface="Times New Roman"/>
                <a:cs typeface="Times New Roman"/>
              </a:rPr>
              <a:t>l</a:t>
            </a:r>
            <a:r>
              <a:rPr dirty="0" sz="800" spc="85">
                <a:solidFill>
                  <a:srgbClr val="64625D"/>
                </a:solidFill>
                <a:latin typeface="Times New Roman"/>
                <a:cs typeface="Times New Roman"/>
              </a:rPr>
              <a:t>l(ff$Mf�6</a:t>
            </a:r>
            <a:r>
              <a:rPr dirty="0" sz="800" spc="90">
                <a:solidFill>
                  <a:srgbClr val="64625D"/>
                </a:solidFill>
                <a:latin typeface="Times New Roman"/>
                <a:cs typeface="Times New Roman"/>
              </a:rPr>
              <a:t> </a:t>
            </a:r>
            <a:r>
              <a:rPr dirty="0" sz="800" spc="65">
                <a:solidFill>
                  <a:srgbClr val="808982"/>
                </a:solidFill>
                <a:latin typeface="Times New Roman"/>
                <a:cs typeface="Times New Roman"/>
              </a:rPr>
              <a:t>-</a:t>
            </a:r>
            <a:r>
              <a:rPr dirty="0" sz="800" spc="195">
                <a:solidFill>
                  <a:srgbClr val="808982"/>
                </a:solidFill>
                <a:latin typeface="Times New Roman"/>
                <a:cs typeface="Times New Roman"/>
              </a:rPr>
              <a:t> </a:t>
            </a:r>
            <a:r>
              <a:rPr dirty="0" sz="800" spc="-10">
                <a:solidFill>
                  <a:srgbClr val="64625D"/>
                </a:solidFill>
                <a:latin typeface="Times New Roman"/>
                <a:cs typeface="Times New Roman"/>
              </a:rPr>
              <a:t>(l:2,Jfl\.2TE6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993731" y="4315287"/>
            <a:ext cx="3331845" cy="1943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spc="-100">
                <a:solidFill>
                  <a:srgbClr val="54524B"/>
                </a:solidFill>
                <a:latin typeface="Arial"/>
                <a:cs typeface="Arial"/>
              </a:rPr>
              <a:t>Akka</a:t>
            </a:r>
            <a:r>
              <a:rPr dirty="0" sz="1100" spc="-100">
                <a:solidFill>
                  <a:srgbClr val="64625D"/>
                </a:solidFill>
                <a:latin typeface="Arial"/>
                <a:cs typeface="Arial"/>
              </a:rPr>
              <a:t>Woodlow</a:t>
            </a:r>
            <a:r>
              <a:rPr dirty="0" sz="1100" spc="-165">
                <a:solidFill>
                  <a:srgbClr val="64625D"/>
                </a:solidFill>
                <a:latin typeface="Arial"/>
                <a:cs typeface="Arial"/>
              </a:rPr>
              <a:t> </a:t>
            </a:r>
            <a:r>
              <a:rPr dirty="0" sz="1100" spc="-105">
                <a:solidFill>
                  <a:srgbClr val="54524B"/>
                </a:solidFill>
                <a:latin typeface="Arial"/>
                <a:cs typeface="Arial"/>
              </a:rPr>
              <a:t>S1ats</a:t>
            </a:r>
            <a:r>
              <a:rPr dirty="0" sz="1100" spc="-105">
                <a:solidFill>
                  <a:srgbClr val="312F2A"/>
                </a:solidFill>
                <a:latin typeface="Arial"/>
                <a:cs typeface="Arial"/>
              </a:rPr>
              <a:t>•</a:t>
            </a:r>
            <a:r>
              <a:rPr dirty="0" sz="1100" spc="25">
                <a:solidFill>
                  <a:srgbClr val="312F2A"/>
                </a:solidFill>
                <a:latin typeface="Arial"/>
                <a:cs typeface="Arial"/>
              </a:rPr>
              <a:t> </a:t>
            </a:r>
            <a:r>
              <a:rPr dirty="0" sz="1100" spc="-55">
                <a:solidFill>
                  <a:srgbClr val="54524B"/>
                </a:solidFill>
                <a:latin typeface="Arial"/>
                <a:cs typeface="Arial"/>
              </a:rPr>
              <a:t>Redl•Image</a:t>
            </a:r>
            <a:r>
              <a:rPr dirty="0" sz="1100" spc="-55">
                <a:solidFill>
                  <a:srgbClr val="64625D"/>
                </a:solidFill>
                <a:latin typeface="Arial"/>
                <a:cs typeface="Arial"/>
              </a:rPr>
              <a:t>cach</a:t>
            </a:r>
            <a:r>
              <a:rPr dirty="0" sz="1100" spc="-55">
                <a:solidFill>
                  <a:srgbClr val="44423B"/>
                </a:solidFill>
                <a:latin typeface="Arial"/>
                <a:cs typeface="Arial"/>
              </a:rPr>
              <a:t>e</a:t>
            </a:r>
            <a:r>
              <a:rPr dirty="0" sz="1100" spc="-130">
                <a:solidFill>
                  <a:srgbClr val="44423B"/>
                </a:solidFill>
                <a:latin typeface="Arial"/>
                <a:cs typeface="Arial"/>
              </a:rPr>
              <a:t> </a:t>
            </a:r>
            <a:r>
              <a:rPr dirty="0" sz="1100" spc="-40">
                <a:solidFill>
                  <a:srgbClr val="312F2A"/>
                </a:solidFill>
                <a:latin typeface="Arial"/>
                <a:cs typeface="Arial"/>
              </a:rPr>
              <a:t>•</a:t>
            </a:r>
            <a:r>
              <a:rPr dirty="0" sz="1100" spc="-35">
                <a:solidFill>
                  <a:srgbClr val="312F2A"/>
                </a:solidFill>
                <a:latin typeface="Arial"/>
                <a:cs typeface="Arial"/>
              </a:rPr>
              <a:t> </a:t>
            </a:r>
            <a:r>
              <a:rPr dirty="0" sz="1100" spc="-70">
                <a:solidFill>
                  <a:srgbClr val="64625D"/>
                </a:solidFill>
                <a:latin typeface="Arial"/>
                <a:cs typeface="Arial"/>
              </a:rPr>
              <a:t>P!Ooeosing</a:t>
            </a:r>
            <a:r>
              <a:rPr dirty="0" sz="1100" spc="-70">
                <a:solidFill>
                  <a:srgbClr val="54524B"/>
                </a:solidFill>
                <a:latin typeface="Arial"/>
                <a:cs typeface="Arial"/>
              </a:rPr>
              <a:t>H</a:t>
            </a:r>
            <a:r>
              <a:rPr dirty="0" sz="1100" spc="-70">
                <a:solidFill>
                  <a:srgbClr val="72756E"/>
                </a:solidFill>
                <a:latin typeface="Arial"/>
                <a:cs typeface="Arial"/>
              </a:rPr>
              <a:t>isl&lt;l&lt;y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65" name="object 65"/>
          <p:cNvGrpSpPr/>
          <p:nvPr/>
        </p:nvGrpSpPr>
        <p:grpSpPr>
          <a:xfrm>
            <a:off x="492670" y="4454925"/>
            <a:ext cx="351155" cy="906144"/>
            <a:chOff x="492670" y="4454925"/>
            <a:chExt cx="351155" cy="906144"/>
          </a:xfrm>
        </p:grpSpPr>
        <p:sp>
          <p:nvSpPr>
            <p:cNvPr id="66" name="object 66"/>
            <p:cNvSpPr/>
            <p:nvPr/>
          </p:nvSpPr>
          <p:spPr>
            <a:xfrm>
              <a:off x="499338" y="4454925"/>
              <a:ext cx="344170" cy="906144"/>
            </a:xfrm>
            <a:custGeom>
              <a:avLst/>
              <a:gdLst/>
              <a:ahLst/>
              <a:cxnLst/>
              <a:rect l="l" t="t" r="r" b="b"/>
              <a:pathLst>
                <a:path w="344169" h="906145">
                  <a:moveTo>
                    <a:pt x="343896" y="905648"/>
                  </a:moveTo>
                  <a:lnTo>
                    <a:pt x="0" y="905648"/>
                  </a:lnTo>
                  <a:lnTo>
                    <a:pt x="0" y="0"/>
                  </a:lnTo>
                  <a:lnTo>
                    <a:pt x="343896" y="0"/>
                  </a:lnTo>
                  <a:lnTo>
                    <a:pt x="343896" y="905648"/>
                  </a:lnTo>
                  <a:close/>
                </a:path>
              </a:pathLst>
            </a:custGeom>
            <a:solidFill>
              <a:srgbClr val="DFDBD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/>
            <p:cNvSpPr/>
            <p:nvPr/>
          </p:nvSpPr>
          <p:spPr>
            <a:xfrm>
              <a:off x="499338" y="5145019"/>
              <a:ext cx="23495" cy="0"/>
            </a:xfrm>
            <a:custGeom>
              <a:avLst/>
              <a:gdLst/>
              <a:ahLst/>
              <a:cxnLst/>
              <a:rect l="l" t="t" r="r" b="b"/>
              <a:pathLst>
                <a:path w="23495" h="0">
                  <a:moveTo>
                    <a:pt x="0" y="0"/>
                  </a:moveTo>
                  <a:lnTo>
                    <a:pt x="23372" y="0"/>
                  </a:lnTo>
                </a:path>
              </a:pathLst>
            </a:custGeom>
            <a:ln w="12766">
              <a:solidFill>
                <a:srgbClr val="B3B3A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8" name="object 68"/>
          <p:cNvGrpSpPr/>
          <p:nvPr/>
        </p:nvGrpSpPr>
        <p:grpSpPr>
          <a:xfrm>
            <a:off x="4468684" y="4415111"/>
            <a:ext cx="191135" cy="945515"/>
            <a:chOff x="4468684" y="4415111"/>
            <a:chExt cx="191135" cy="945515"/>
          </a:xfrm>
        </p:grpSpPr>
        <p:sp>
          <p:nvSpPr>
            <p:cNvPr id="69" name="object 69"/>
            <p:cNvSpPr/>
            <p:nvPr/>
          </p:nvSpPr>
          <p:spPr>
            <a:xfrm>
              <a:off x="4468684" y="4415111"/>
              <a:ext cx="191135" cy="945515"/>
            </a:xfrm>
            <a:custGeom>
              <a:avLst/>
              <a:gdLst/>
              <a:ahLst/>
              <a:cxnLst/>
              <a:rect l="l" t="t" r="r" b="b"/>
              <a:pathLst>
                <a:path w="191135" h="945514">
                  <a:moveTo>
                    <a:pt x="191053" y="945211"/>
                  </a:moveTo>
                  <a:lnTo>
                    <a:pt x="0" y="945211"/>
                  </a:lnTo>
                  <a:lnTo>
                    <a:pt x="0" y="0"/>
                  </a:lnTo>
                  <a:lnTo>
                    <a:pt x="191053" y="0"/>
                  </a:lnTo>
                  <a:lnTo>
                    <a:pt x="191053" y="945211"/>
                  </a:lnTo>
                  <a:close/>
                </a:path>
              </a:pathLst>
            </a:custGeom>
            <a:solidFill>
              <a:srgbClr val="DFDBD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/>
            <p:cNvSpPr/>
            <p:nvPr/>
          </p:nvSpPr>
          <p:spPr>
            <a:xfrm>
              <a:off x="4468684" y="5138636"/>
              <a:ext cx="191135" cy="13335"/>
            </a:xfrm>
            <a:custGeom>
              <a:avLst/>
              <a:gdLst/>
              <a:ahLst/>
              <a:cxnLst/>
              <a:rect l="l" t="t" r="r" b="b"/>
              <a:pathLst>
                <a:path w="191135" h="13335">
                  <a:moveTo>
                    <a:pt x="0" y="0"/>
                  </a:moveTo>
                  <a:lnTo>
                    <a:pt x="191053" y="0"/>
                  </a:lnTo>
                  <a:lnTo>
                    <a:pt x="191053" y="12766"/>
                  </a:lnTo>
                  <a:lnTo>
                    <a:pt x="0" y="127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3B3A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1" name="object 71"/>
          <p:cNvSpPr txBox="1"/>
          <p:nvPr/>
        </p:nvSpPr>
        <p:spPr>
          <a:xfrm>
            <a:off x="4455984" y="4430183"/>
            <a:ext cx="238125" cy="868044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5500" spc="-525">
                <a:solidFill>
                  <a:srgbClr val="B3B3AC"/>
                </a:solidFill>
                <a:latin typeface="Times New Roman"/>
                <a:cs typeface="Times New Roman"/>
              </a:rPr>
              <a:t>J</a:t>
            </a:r>
            <a:endParaRPr sz="5500">
              <a:latin typeface="Times New Roman"/>
              <a:cs typeface="Times New Roman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929999" y="5176868"/>
            <a:ext cx="81280" cy="1498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165"/>
              </a:lnSpc>
            </a:pPr>
            <a:r>
              <a:rPr dirty="0" sz="1050" spc="-110">
                <a:solidFill>
                  <a:srgbClr val="64625D"/>
                </a:solidFill>
                <a:latin typeface="Arial"/>
                <a:cs typeface="Arial"/>
              </a:rPr>
              <a:t>A</a:t>
            </a:r>
            <a:endParaRPr sz="1050">
              <a:latin typeface="Arial"/>
              <a:cs typeface="Arial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998455" y="4800401"/>
            <a:ext cx="3319145" cy="54038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47345">
              <a:lnSpc>
                <a:spcPct val="100000"/>
              </a:lnSpc>
              <a:spcBef>
                <a:spcPts val="105"/>
              </a:spcBef>
              <a:tabLst>
                <a:tab pos="602615" algn="l"/>
              </a:tabLst>
            </a:pPr>
            <a:r>
              <a:rPr dirty="0" sz="1100" spc="-50">
                <a:solidFill>
                  <a:srgbClr val="808982"/>
                </a:solidFill>
                <a:latin typeface="Arial"/>
                <a:cs typeface="Arial"/>
              </a:rPr>
              <a:t>,</a:t>
            </a:r>
            <a:r>
              <a:rPr dirty="0" sz="1100">
                <a:solidFill>
                  <a:srgbClr val="808982"/>
                </a:solidFill>
                <a:latin typeface="Arial"/>
                <a:cs typeface="Arial"/>
              </a:rPr>
              <a:t>	</a:t>
            </a:r>
            <a:r>
              <a:rPr dirty="0" sz="1100" spc="-90">
                <a:solidFill>
                  <a:srgbClr val="16130E"/>
                </a:solidFill>
                <a:latin typeface="Arial"/>
                <a:cs typeface="Arial"/>
              </a:rPr>
              <a:t>T</a:t>
            </a:r>
            <a:r>
              <a:rPr dirty="0" sz="1100" spc="-90">
                <a:solidFill>
                  <a:srgbClr val="312F2A"/>
                </a:solidFill>
                <a:latin typeface="Arial"/>
                <a:cs typeface="Arial"/>
              </a:rPr>
              <a:t>OOLS</a:t>
            </a:r>
            <a:r>
              <a:rPr dirty="0" sz="1100" spc="-65">
                <a:solidFill>
                  <a:srgbClr val="312F2A"/>
                </a:solidFill>
                <a:latin typeface="Arial"/>
                <a:cs typeface="Arial"/>
              </a:rPr>
              <a:t> </a:t>
            </a:r>
            <a:r>
              <a:rPr dirty="0" sz="1100" spc="-120">
                <a:solidFill>
                  <a:srgbClr val="312F2A"/>
                </a:solidFill>
                <a:latin typeface="Arial"/>
                <a:cs typeface="Arial"/>
              </a:rPr>
              <a:t>LAYER</a:t>
            </a:r>
            <a:r>
              <a:rPr dirty="0" sz="1100" spc="-60">
                <a:solidFill>
                  <a:srgbClr val="312F2A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312F2A"/>
                </a:solidFill>
                <a:latin typeface="Arial"/>
                <a:cs typeface="Arial"/>
              </a:rPr>
              <a:t>(ExternalCapabilities}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050" spc="-85">
                <a:solidFill>
                  <a:srgbClr val="64625D"/>
                </a:solidFill>
                <a:latin typeface="Arial"/>
                <a:cs typeface="Arial"/>
              </a:rPr>
              <a:t>zure</a:t>
            </a:r>
            <a:r>
              <a:rPr dirty="0" sz="1100" spc="-85">
                <a:solidFill>
                  <a:srgbClr val="54524B"/>
                </a:solidFill>
                <a:latin typeface="Arial"/>
                <a:cs typeface="Arial"/>
              </a:rPr>
              <a:t>OpenAI</a:t>
            </a:r>
            <a:r>
              <a:rPr dirty="0" sz="1100" spc="-135">
                <a:solidFill>
                  <a:srgbClr val="54524B"/>
                </a:solidFill>
                <a:latin typeface="Arial"/>
                <a:cs typeface="Arial"/>
              </a:rPr>
              <a:t> </a:t>
            </a:r>
            <a:r>
              <a:rPr dirty="0" sz="1100" spc="-70">
                <a:solidFill>
                  <a:srgbClr val="312F2A"/>
                </a:solidFill>
                <a:latin typeface="Arial"/>
                <a:cs typeface="Arial"/>
              </a:rPr>
              <a:t>•</a:t>
            </a:r>
            <a:r>
              <a:rPr dirty="0" sz="1100" spc="15">
                <a:solidFill>
                  <a:srgbClr val="312F2A"/>
                </a:solidFill>
                <a:latin typeface="Arial"/>
                <a:cs typeface="Arial"/>
              </a:rPr>
              <a:t> </a:t>
            </a:r>
            <a:r>
              <a:rPr dirty="0" sz="1150" spc="-55">
                <a:solidFill>
                  <a:srgbClr val="64625D"/>
                </a:solidFill>
                <a:latin typeface="Arial"/>
                <a:cs typeface="Arial"/>
              </a:rPr>
              <a:t>AroreDoc</a:t>
            </a:r>
            <a:r>
              <a:rPr dirty="0" u="heavy" sz="1100" spc="-55">
                <a:solidFill>
                  <a:srgbClr val="54524B"/>
                </a:solidFill>
                <a:uFill>
                  <a:solidFill>
                    <a:srgbClr val="72756E"/>
                  </a:solidFill>
                </a:uFill>
                <a:latin typeface="Arial"/>
                <a:cs typeface="Arial"/>
              </a:rPr>
              <a:t>lnt</a:t>
            </a:r>
            <a:r>
              <a:rPr dirty="0" u="heavy" sz="1100" spc="-55">
                <a:solidFill>
                  <a:srgbClr val="72756E"/>
                </a:solidFill>
                <a:uFill>
                  <a:solidFill>
                    <a:srgbClr val="72756E"/>
                  </a:solidFill>
                </a:uFill>
                <a:latin typeface="Arial"/>
                <a:cs typeface="Arial"/>
              </a:rPr>
              <a:t>ellgenc</a:t>
            </a:r>
            <a:r>
              <a:rPr dirty="0" u="none" sz="1100" spc="-55">
                <a:solidFill>
                  <a:srgbClr val="72756E"/>
                </a:solidFill>
                <a:latin typeface="Arial"/>
                <a:cs typeface="Arial"/>
              </a:rPr>
              <a:t>e</a:t>
            </a:r>
            <a:r>
              <a:rPr dirty="0" u="none" sz="1100" spc="-55">
                <a:solidFill>
                  <a:srgbClr val="312F2A"/>
                </a:solidFill>
                <a:latin typeface="Arial"/>
                <a:cs typeface="Arial"/>
              </a:rPr>
              <a:t>•</a:t>
            </a:r>
            <a:r>
              <a:rPr dirty="0" u="none" sz="1100" spc="-40">
                <a:solidFill>
                  <a:srgbClr val="312F2A"/>
                </a:solidFill>
                <a:latin typeface="Arial"/>
                <a:cs typeface="Arial"/>
              </a:rPr>
              <a:t> </a:t>
            </a:r>
            <a:r>
              <a:rPr dirty="0" u="none" sz="1150" spc="-140">
                <a:solidFill>
                  <a:srgbClr val="64625D"/>
                </a:solidFill>
                <a:latin typeface="Arial"/>
                <a:cs typeface="Arial"/>
              </a:rPr>
              <a:t>AJf</a:t>
            </a:r>
            <a:r>
              <a:rPr dirty="0" u="none" sz="1150" spc="-140">
                <a:solidFill>
                  <a:srgbClr val="44423B"/>
                </a:solidFill>
                <a:latin typeface="Arial"/>
                <a:cs typeface="Arial"/>
              </a:rPr>
              <a:t>re</a:t>
            </a:r>
            <a:r>
              <a:rPr dirty="0" u="none" sz="1150" spc="-140">
                <a:solidFill>
                  <a:srgbClr val="64625D"/>
                </a:solidFill>
                <a:latin typeface="Arial"/>
                <a:cs typeface="Arial"/>
              </a:rPr>
              <a:t>soo</a:t>
            </a:r>
            <a:r>
              <a:rPr dirty="0" u="none" sz="1100" spc="-140">
                <a:solidFill>
                  <a:srgbClr val="64625D"/>
                </a:solidFill>
                <a:latin typeface="Arial"/>
                <a:cs typeface="Arial"/>
              </a:rPr>
              <a:t>CMS</a:t>
            </a:r>
            <a:r>
              <a:rPr dirty="0" u="none" sz="1100" spc="-105">
                <a:solidFill>
                  <a:srgbClr val="64625D"/>
                </a:solidFill>
                <a:latin typeface="Arial"/>
                <a:cs typeface="Arial"/>
              </a:rPr>
              <a:t> </a:t>
            </a:r>
            <a:r>
              <a:rPr dirty="0" u="none" sz="1100" spc="-60">
                <a:solidFill>
                  <a:srgbClr val="54524B"/>
                </a:solidFill>
                <a:latin typeface="Arial"/>
                <a:cs typeface="Arial"/>
              </a:rPr>
              <a:t>•</a:t>
            </a:r>
            <a:r>
              <a:rPr dirty="0" u="none" sz="1100" spc="-125">
                <a:solidFill>
                  <a:srgbClr val="54524B"/>
                </a:solidFill>
                <a:latin typeface="Arial"/>
                <a:cs typeface="Arial"/>
              </a:rPr>
              <a:t> </a:t>
            </a:r>
            <a:r>
              <a:rPr dirty="0" u="none" sz="1100" spc="-55">
                <a:solidFill>
                  <a:srgbClr val="64625D"/>
                </a:solidFill>
                <a:latin typeface="Arial"/>
                <a:cs typeface="Arial"/>
              </a:rPr>
              <a:t>EDA</a:t>
            </a:r>
            <a:r>
              <a:rPr dirty="0" u="none" sz="1150" spc="-55">
                <a:solidFill>
                  <a:srgbClr val="64625D"/>
                </a:solidFill>
                <a:latin typeface="Arial"/>
                <a:cs typeface="Arial"/>
              </a:rPr>
              <a:t>AP!o</a:t>
            </a:r>
            <a:endParaRPr sz="1150">
              <a:latin typeface="Arial"/>
              <a:cs typeface="Arial"/>
            </a:endParaRPr>
          </a:p>
        </p:txBody>
      </p:sp>
      <p:sp>
        <p:nvSpPr>
          <p:cNvPr id="74" name="object 74"/>
          <p:cNvSpPr/>
          <p:nvPr/>
        </p:nvSpPr>
        <p:spPr>
          <a:xfrm>
            <a:off x="522710" y="5118259"/>
            <a:ext cx="484505" cy="911225"/>
          </a:xfrm>
          <a:custGeom>
            <a:avLst/>
            <a:gdLst/>
            <a:ahLst/>
            <a:cxnLst/>
            <a:rect l="l" t="t" r="r" b="b"/>
            <a:pathLst>
              <a:path w="484505" h="911225">
                <a:moveTo>
                  <a:pt x="484002" y="910840"/>
                </a:moveTo>
                <a:lnTo>
                  <a:pt x="0" y="910840"/>
                </a:lnTo>
                <a:lnTo>
                  <a:pt x="0" y="0"/>
                </a:lnTo>
                <a:lnTo>
                  <a:pt x="484002" y="0"/>
                </a:lnTo>
                <a:lnTo>
                  <a:pt x="484002" y="910840"/>
                </a:lnTo>
                <a:close/>
              </a:path>
            </a:pathLst>
          </a:custGeom>
          <a:solidFill>
            <a:srgbClr val="DFDBD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 txBox="1"/>
          <p:nvPr/>
        </p:nvSpPr>
        <p:spPr>
          <a:xfrm>
            <a:off x="499338" y="3611854"/>
            <a:ext cx="508000" cy="2417445"/>
          </a:xfrm>
          <a:prstGeom prst="rect">
            <a:avLst/>
          </a:prstGeom>
        </p:spPr>
        <p:txBody>
          <a:bodyPr wrap="square" lIns="0" tIns="29845" rIns="0" bIns="0" rtlCol="0" vert="horz">
            <a:spAutoFit/>
          </a:bodyPr>
          <a:lstStyle/>
          <a:p>
            <a:pPr marL="22860">
              <a:lnSpc>
                <a:spcPct val="100000"/>
              </a:lnSpc>
              <a:spcBef>
                <a:spcPts val="235"/>
              </a:spcBef>
            </a:pPr>
            <a:r>
              <a:rPr dirty="0" sz="5300" spc="-550">
                <a:solidFill>
                  <a:srgbClr val="B3B3AC"/>
                </a:solidFill>
                <a:latin typeface="Times New Roman"/>
                <a:cs typeface="Times New Roman"/>
              </a:rPr>
              <a:t>C</a:t>
            </a:r>
            <a:endParaRPr sz="5300">
              <a:latin typeface="Times New Roman"/>
              <a:cs typeface="Times New Roman"/>
            </a:endParaRPr>
          </a:p>
          <a:p>
            <a:pPr>
              <a:lnSpc>
                <a:spcPts val="5735"/>
              </a:lnSpc>
              <a:spcBef>
                <a:spcPts val="275"/>
              </a:spcBef>
            </a:pPr>
            <a:r>
              <a:rPr dirty="0" sz="5200" spc="-50">
                <a:solidFill>
                  <a:srgbClr val="B3B3AC"/>
                </a:solidFill>
                <a:latin typeface="Arial"/>
                <a:cs typeface="Arial"/>
              </a:rPr>
              <a:t>L</a:t>
            </a:r>
            <a:endParaRPr sz="5200">
              <a:latin typeface="Arial"/>
              <a:cs typeface="Arial"/>
            </a:endParaRPr>
          </a:p>
          <a:p>
            <a:pPr marL="22860">
              <a:lnSpc>
                <a:spcPts val="5855"/>
              </a:lnSpc>
            </a:pPr>
            <a:r>
              <a:rPr dirty="0" sz="5300" spc="-760">
                <a:solidFill>
                  <a:srgbClr val="B3B3AC"/>
                </a:solidFill>
                <a:latin typeface="Times New Roman"/>
                <a:cs typeface="Times New Roman"/>
              </a:rPr>
              <a:t>C</a:t>
            </a:r>
            <a:endParaRPr sz="5300">
              <a:latin typeface="Times New Roman"/>
              <a:cs typeface="Times New Roman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1720603" y="5668499"/>
            <a:ext cx="1758950" cy="1943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64465" indent="-163830">
              <a:lnSpc>
                <a:spcPts val="1525"/>
              </a:lnSpc>
              <a:buClr>
                <a:srgbClr val="72756E"/>
              </a:buClr>
              <a:buSzPct val="309090"/>
              <a:buFont typeface="Times New Roman"/>
              <a:buChar char="•"/>
              <a:tabLst>
                <a:tab pos="164465" algn="l"/>
              </a:tabLst>
            </a:pPr>
            <a:r>
              <a:rPr dirty="0" sz="1100" spc="-90">
                <a:solidFill>
                  <a:srgbClr val="312F2A"/>
                </a:solidFill>
                <a:latin typeface="Arial"/>
                <a:cs typeface="Arial"/>
              </a:rPr>
              <a:t>ACTION</a:t>
            </a:r>
            <a:r>
              <a:rPr dirty="0" sz="1100" spc="-130">
                <a:solidFill>
                  <a:srgbClr val="312F2A"/>
                </a:solidFill>
                <a:latin typeface="Arial"/>
                <a:cs typeface="Arial"/>
              </a:rPr>
              <a:t> </a:t>
            </a:r>
            <a:r>
              <a:rPr dirty="0" sz="1100" spc="-35">
                <a:solidFill>
                  <a:srgbClr val="312F2A"/>
                </a:solidFill>
                <a:latin typeface="Arial"/>
                <a:cs typeface="Arial"/>
              </a:rPr>
              <a:t>LAYER</a:t>
            </a:r>
            <a:r>
              <a:rPr dirty="0" sz="1100" spc="-35">
                <a:solidFill>
                  <a:srgbClr val="44423B"/>
                </a:solidFill>
                <a:latin typeface="Arial"/>
                <a:cs typeface="Arial"/>
              </a:rPr>
              <a:t>(Execution)</a:t>
            </a:r>
            <a:endParaRPr sz="1100">
              <a:latin typeface="Arial"/>
              <a:cs typeface="Arial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1020939" y="6000418"/>
            <a:ext cx="3188970" cy="1943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spc="-55">
                <a:solidFill>
                  <a:srgbClr val="64625D"/>
                </a:solidFill>
                <a:latin typeface="Arial"/>
                <a:cs typeface="Arial"/>
              </a:rPr>
              <a:t>Publish</a:t>
            </a:r>
            <a:r>
              <a:rPr dirty="0" sz="1100" spc="-55">
                <a:solidFill>
                  <a:srgbClr val="54524B"/>
                </a:solidFill>
                <a:latin typeface="Arial"/>
                <a:cs typeface="Arial"/>
              </a:rPr>
              <a:t>toCMS</a:t>
            </a:r>
            <a:r>
              <a:rPr dirty="0" sz="1100" spc="-55">
                <a:solidFill>
                  <a:srgbClr val="312F2A"/>
                </a:solidFill>
                <a:latin typeface="Arial"/>
                <a:cs typeface="Arial"/>
              </a:rPr>
              <a:t>•</a:t>
            </a:r>
            <a:r>
              <a:rPr dirty="0" sz="1100" spc="-35">
                <a:solidFill>
                  <a:srgbClr val="312F2A"/>
                </a:solidFill>
                <a:latin typeface="Arial"/>
                <a:cs typeface="Arial"/>
              </a:rPr>
              <a:t> </a:t>
            </a:r>
            <a:r>
              <a:rPr dirty="0" sz="1000" spc="-75">
                <a:solidFill>
                  <a:srgbClr val="64625D"/>
                </a:solidFill>
                <a:latin typeface="Arial"/>
                <a:cs typeface="Arial"/>
              </a:rPr>
              <a:t>St.bnit</a:t>
            </a:r>
            <a:r>
              <a:rPr dirty="0" sz="1100" spc="-75">
                <a:solidFill>
                  <a:srgbClr val="64625D"/>
                </a:solidFill>
                <a:latin typeface="Arial"/>
                <a:cs typeface="Arial"/>
              </a:rPr>
              <a:t>Integration</a:t>
            </a:r>
            <a:r>
              <a:rPr dirty="0" sz="1100" spc="-75">
                <a:solidFill>
                  <a:srgbClr val="54524B"/>
                </a:solidFill>
                <a:latin typeface="Arial"/>
                <a:cs typeface="Arial"/>
              </a:rPr>
              <a:t>P8)'1cacls</a:t>
            </a:r>
            <a:r>
              <a:rPr dirty="0" sz="1100" spc="-85">
                <a:solidFill>
                  <a:srgbClr val="54524B"/>
                </a:solidFill>
                <a:latin typeface="Arial"/>
                <a:cs typeface="Arial"/>
              </a:rPr>
              <a:t> </a:t>
            </a:r>
            <a:r>
              <a:rPr dirty="0" sz="1100" spc="-110">
                <a:solidFill>
                  <a:srgbClr val="312F2A"/>
                </a:solidFill>
                <a:latin typeface="Arial"/>
                <a:cs typeface="Arial"/>
              </a:rPr>
              <a:t>•</a:t>
            </a:r>
            <a:r>
              <a:rPr dirty="0" sz="1100" spc="140">
                <a:solidFill>
                  <a:srgbClr val="312F2A"/>
                </a:solidFill>
                <a:latin typeface="Arial"/>
                <a:cs typeface="Arial"/>
              </a:rPr>
              <a:t> </a:t>
            </a:r>
            <a:r>
              <a:rPr dirty="0" sz="1100" spc="-50">
                <a:solidFill>
                  <a:srgbClr val="44423B"/>
                </a:solidFill>
                <a:latin typeface="Arial"/>
                <a:cs typeface="Arial"/>
              </a:rPr>
              <a:t>N</a:t>
            </a:r>
            <a:r>
              <a:rPr dirty="0" sz="1100" spc="-50">
                <a:solidFill>
                  <a:srgbClr val="64625D"/>
                </a:solidFill>
                <a:latin typeface="Arial"/>
                <a:cs typeface="Arial"/>
              </a:rPr>
              <a:t>IGO</a:t>
            </a:r>
            <a:r>
              <a:rPr dirty="0" sz="1100" spc="-50">
                <a:solidFill>
                  <a:srgbClr val="54524B"/>
                </a:solidFill>
                <a:latin typeface="Arial"/>
                <a:cs typeface="Arial"/>
              </a:rPr>
              <a:t>Repons</a:t>
            </a:r>
            <a:endParaRPr sz="1100">
              <a:latin typeface="Arial"/>
              <a:cs typeface="Arial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5979943" y="3204633"/>
            <a:ext cx="1575435" cy="1943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spc="-85">
                <a:solidFill>
                  <a:srgbClr val="312F2A"/>
                </a:solidFill>
                <a:latin typeface="Arial"/>
                <a:cs typeface="Arial"/>
              </a:rPr>
              <a:t>SPECIALIZED</a:t>
            </a:r>
            <a:r>
              <a:rPr dirty="0" sz="1100" spc="25">
                <a:solidFill>
                  <a:srgbClr val="312F2A"/>
                </a:solidFill>
                <a:latin typeface="Arial"/>
                <a:cs typeface="Arial"/>
              </a:rPr>
              <a:t> </a:t>
            </a:r>
            <a:r>
              <a:rPr dirty="0" sz="1100" spc="-95">
                <a:solidFill>
                  <a:srgbClr val="312F2A"/>
                </a:solidFill>
                <a:latin typeface="Arial"/>
                <a:cs typeface="Arial"/>
              </a:rPr>
              <a:t>AGEKTS</a:t>
            </a:r>
            <a:r>
              <a:rPr dirty="0" sz="1100" spc="-114">
                <a:solidFill>
                  <a:srgbClr val="312F2A"/>
                </a:solidFill>
                <a:latin typeface="Arial"/>
                <a:cs typeface="Arial"/>
              </a:rPr>
              <a:t> </a:t>
            </a:r>
            <a:r>
              <a:rPr dirty="0" sz="1100" spc="-25">
                <a:solidFill>
                  <a:srgbClr val="312F2A"/>
                </a:solidFill>
                <a:latin typeface="Arial"/>
                <a:cs typeface="Arial"/>
              </a:rPr>
              <a:t>(7)</a:t>
            </a:r>
            <a:endParaRPr sz="1100">
              <a:latin typeface="Arial"/>
              <a:cs typeface="Arial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6284657" y="4999543"/>
            <a:ext cx="1540510" cy="274320"/>
          </a:xfrm>
          <a:prstGeom prst="rect">
            <a:avLst/>
          </a:prstGeom>
          <a:solidFill>
            <a:srgbClr val="3A5979"/>
          </a:solidFill>
        </p:spPr>
        <p:txBody>
          <a:bodyPr wrap="square" lIns="0" tIns="5715" rIns="0" bIns="0" rtlCol="0" vert="horz">
            <a:spAutoFit/>
          </a:bodyPr>
          <a:lstStyle/>
          <a:p>
            <a:pPr algn="ctr" marL="21590" marR="3175">
              <a:lnSpc>
                <a:spcPts val="1025"/>
              </a:lnSpc>
              <a:spcBef>
                <a:spcPts val="45"/>
              </a:spcBef>
            </a:pPr>
            <a:r>
              <a:rPr dirty="0" sz="1000" spc="-10">
                <a:solidFill>
                  <a:srgbClr val="BDD4E8"/>
                </a:solidFill>
                <a:latin typeface="Arial"/>
                <a:cs typeface="Arial"/>
              </a:rPr>
              <a:t>IOpCoreEodr.::un1</a:t>
            </a:r>
            <a:endParaRPr sz="1000">
              <a:latin typeface="Arial"/>
              <a:cs typeface="Arial"/>
            </a:endParaRPr>
          </a:p>
          <a:p>
            <a:pPr algn="ctr">
              <a:lnSpc>
                <a:spcPts val="965"/>
              </a:lnSpc>
            </a:pPr>
            <a:r>
              <a:rPr dirty="0" sz="950" spc="-20">
                <a:solidFill>
                  <a:srgbClr val="ACC6DD"/>
                </a:solidFill>
                <a:latin typeface="Arial"/>
                <a:cs typeface="Arial"/>
              </a:rPr>
              <a:t>(/elss.c</a:t>
            </a:r>
            <a:r>
              <a:rPr dirty="0" sz="950" spc="-20">
                <a:solidFill>
                  <a:srgbClr val="D6E6E4"/>
                </a:solidFill>
                <a:latin typeface="Arial"/>
                <a:cs typeface="Arial"/>
              </a:rPr>
              <a:t>,ry</a:t>
            </a:r>
            <a:r>
              <a:rPr dirty="0" sz="950" spc="-20">
                <a:solidFill>
                  <a:srgbClr val="87A8C8"/>
                </a:solidFill>
                <a:latin typeface="Arial"/>
                <a:cs typeface="Arial"/>
              </a:rPr>
              <a:t>,</a:t>
            </a:r>
            <a:r>
              <a:rPr dirty="0" sz="950" spc="-90">
                <a:solidFill>
                  <a:srgbClr val="87A8C8"/>
                </a:solidFill>
                <a:latin typeface="Arial"/>
                <a:cs typeface="Arial"/>
              </a:rPr>
              <a:t> </a:t>
            </a:r>
            <a:r>
              <a:rPr dirty="0" sz="950" spc="-45">
                <a:solidFill>
                  <a:srgbClr val="ACC6DD"/>
                </a:solidFill>
                <a:latin typeface="Arial"/>
                <a:cs typeface="Arial"/>
              </a:rPr>
              <a:t>,c:xtre-</a:t>
            </a:r>
            <a:r>
              <a:rPr dirty="0" sz="950">
                <a:solidFill>
                  <a:srgbClr val="ACC6DD"/>
                </a:solidFill>
                <a:latin typeface="Arial"/>
                <a:cs typeface="Arial"/>
              </a:rPr>
              <a:t>c</a:t>
            </a:r>
            <a:r>
              <a:rPr dirty="0" sz="950" spc="165">
                <a:solidFill>
                  <a:srgbClr val="ACC6DD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87A8C8"/>
                </a:solidFill>
                <a:latin typeface="Arial"/>
                <a:cs typeface="Arial"/>
              </a:rPr>
              <a:t>,</a:t>
            </a:r>
            <a:r>
              <a:rPr dirty="0" sz="950" spc="-5">
                <a:solidFill>
                  <a:srgbClr val="87A8C8"/>
                </a:solidFill>
                <a:latin typeface="Arial"/>
                <a:cs typeface="Arial"/>
              </a:rPr>
              <a:t> </a:t>
            </a:r>
            <a:r>
              <a:rPr dirty="0" sz="950" spc="45">
                <a:solidFill>
                  <a:srgbClr val="ACC6DD"/>
                </a:solidFill>
                <a:latin typeface="Arial"/>
                <a:cs typeface="Arial"/>
              </a:rPr>
              <a:t>1p</a:t>
            </a:r>
            <a:r>
              <a:rPr dirty="0" sz="950" spc="45">
                <a:solidFill>
                  <a:srgbClr val="D6E6E4"/>
                </a:solidFill>
                <a:latin typeface="Arial"/>
                <a:cs typeface="Arial"/>
              </a:rPr>
              <a:t>roc</a:t>
            </a:r>
            <a:r>
              <a:rPr dirty="0" sz="950" spc="45">
                <a:solidFill>
                  <a:srgbClr val="ACC6DD"/>
                </a:solidFill>
                <a:latin typeface="Arial"/>
                <a:cs typeface="Arial"/>
              </a:rPr>
              <a:t>us</a:t>
            </a:r>
            <a:endParaRPr sz="950">
              <a:latin typeface="Arial"/>
              <a:cs typeface="Arial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699421" y="6384935"/>
            <a:ext cx="2360930" cy="713740"/>
          </a:xfrm>
          <a:prstGeom prst="rect">
            <a:avLst/>
          </a:prstGeom>
        </p:spPr>
        <p:txBody>
          <a:bodyPr wrap="square" lIns="0" tIns="247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dirty="0" sz="900" spc="55">
                <a:solidFill>
                  <a:srgbClr val="9A9E97"/>
                </a:solidFill>
                <a:latin typeface="Arial"/>
                <a:cs typeface="Arial"/>
              </a:rPr>
              <a:t>#</a:t>
            </a:r>
            <a:r>
              <a:rPr dirty="0" sz="900" spc="145">
                <a:solidFill>
                  <a:srgbClr val="9A9E97"/>
                </a:solidFill>
                <a:latin typeface="Arial"/>
                <a:cs typeface="Arial"/>
              </a:rPr>
              <a:t> </a:t>
            </a:r>
            <a:r>
              <a:rPr dirty="0" sz="1100" spc="-20">
                <a:solidFill>
                  <a:srgbClr val="312F2A"/>
                </a:solidFill>
                <a:latin typeface="Arial"/>
                <a:cs typeface="Arial"/>
              </a:rPr>
              <a:t>Key</a:t>
            </a:r>
            <a:r>
              <a:rPr dirty="0" sz="1100" spc="-114">
                <a:solidFill>
                  <a:srgbClr val="312F2A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312F2A"/>
                </a:solidFill>
                <a:latin typeface="Arial"/>
                <a:cs typeface="Arial"/>
              </a:rPr>
              <a:t>8e</a:t>
            </a:r>
            <a:r>
              <a:rPr dirty="0" sz="1100" spc="-10">
                <a:solidFill>
                  <a:srgbClr val="54524B"/>
                </a:solidFill>
                <a:latin typeface="Arial"/>
                <a:cs typeface="Arial"/>
              </a:rPr>
              <a:t>n</a:t>
            </a:r>
            <a:r>
              <a:rPr dirty="0" sz="1100" spc="-10">
                <a:solidFill>
                  <a:srgbClr val="312F2A"/>
                </a:solidFill>
                <a:latin typeface="Arial"/>
                <a:cs typeface="Arial"/>
              </a:rPr>
              <a:t>elits</a:t>
            </a:r>
            <a:r>
              <a:rPr dirty="0" sz="1100" spc="-65">
                <a:solidFill>
                  <a:srgbClr val="312F2A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312F2A"/>
                </a:solidFill>
                <a:latin typeface="Arial"/>
                <a:cs typeface="Arial"/>
              </a:rPr>
              <a:t>of</a:t>
            </a:r>
            <a:r>
              <a:rPr dirty="0" sz="1100" spc="20">
                <a:solidFill>
                  <a:srgbClr val="312F2A"/>
                </a:solidFill>
                <a:latin typeface="Arial"/>
                <a:cs typeface="Arial"/>
              </a:rPr>
              <a:t> </a:t>
            </a:r>
            <a:r>
              <a:rPr dirty="0" sz="1100" spc="-45">
                <a:solidFill>
                  <a:srgbClr val="44423B"/>
                </a:solidFill>
                <a:latin typeface="Arial"/>
                <a:cs typeface="Arial"/>
              </a:rPr>
              <a:t>Th</a:t>
            </a:r>
            <a:r>
              <a:rPr dirty="0" sz="1100" spc="-45">
                <a:solidFill>
                  <a:srgbClr val="64625D"/>
                </a:solidFill>
                <a:latin typeface="Arial"/>
                <a:cs typeface="Arial"/>
              </a:rPr>
              <a:t>i</a:t>
            </a:r>
            <a:r>
              <a:rPr dirty="0" sz="1100" spc="-45">
                <a:solidFill>
                  <a:srgbClr val="312F2A"/>
                </a:solidFill>
                <a:latin typeface="Arial"/>
                <a:cs typeface="Arial"/>
              </a:rPr>
              <a:t>s</a:t>
            </a:r>
            <a:r>
              <a:rPr dirty="0" sz="1100" spc="-120">
                <a:solidFill>
                  <a:srgbClr val="312F2A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312F2A"/>
                </a:solidFill>
                <a:latin typeface="Arial"/>
                <a:cs typeface="Arial"/>
              </a:rPr>
              <a:t>Pattern</a:t>
            </a:r>
            <a:r>
              <a:rPr dirty="0" sz="1100" spc="-10">
                <a:solidFill>
                  <a:srgbClr val="54524B"/>
                </a:solidFill>
                <a:latin typeface="Arial"/>
                <a:cs typeface="Arial"/>
              </a:rPr>
              <a:t>:</a:t>
            </a:r>
            <a:endParaRPr sz="1100">
              <a:latin typeface="Arial"/>
              <a:cs typeface="Arial"/>
            </a:endParaRPr>
          </a:p>
          <a:p>
            <a:pPr marL="130175" indent="-72390">
              <a:lnSpc>
                <a:spcPts val="1075"/>
              </a:lnSpc>
              <a:spcBef>
                <a:spcPts val="85"/>
              </a:spcBef>
              <a:buClr>
                <a:srgbClr val="312F2A"/>
              </a:buClr>
              <a:buChar char="•"/>
              <a:tabLst>
                <a:tab pos="130175" algn="l"/>
              </a:tabLst>
            </a:pPr>
            <a:r>
              <a:rPr dirty="0" sz="1000" spc="-50">
                <a:solidFill>
                  <a:srgbClr val="54524B"/>
                </a:solidFill>
                <a:latin typeface="Arial"/>
                <a:cs typeface="Arial"/>
              </a:rPr>
              <a:t>Durable</a:t>
            </a:r>
            <a:r>
              <a:rPr dirty="0" sz="1000" spc="-50">
                <a:solidFill>
                  <a:srgbClr val="64625D"/>
                </a:solidFill>
                <a:latin typeface="Arial"/>
                <a:cs typeface="Arial"/>
              </a:rPr>
              <a:t>ex&amp;cution....,ithautoma</a:t>
            </a:r>
            <a:r>
              <a:rPr dirty="0" sz="1000" spc="-50">
                <a:solidFill>
                  <a:srgbClr val="808982"/>
                </a:solidFill>
                <a:latin typeface="Arial"/>
                <a:cs typeface="Arial"/>
              </a:rPr>
              <a:t>tic</a:t>
            </a:r>
            <a:r>
              <a:rPr dirty="0" sz="1000" spc="-50">
                <a:solidFill>
                  <a:srgbClr val="64625D"/>
                </a:solidFill>
                <a:latin typeface="Arial"/>
                <a:cs typeface="Arial"/>
              </a:rPr>
              <a:t>n'l&lt;:OlWIY</a:t>
            </a:r>
            <a:endParaRPr sz="1000">
              <a:latin typeface="Arial"/>
              <a:cs typeface="Arial"/>
            </a:endParaRPr>
          </a:p>
          <a:p>
            <a:pPr marL="130810" indent="-73025">
              <a:lnSpc>
                <a:spcPts val="900"/>
              </a:lnSpc>
              <a:buClr>
                <a:srgbClr val="44423B"/>
              </a:buClr>
              <a:buChar char="•"/>
              <a:tabLst>
                <a:tab pos="130810" algn="l"/>
              </a:tabLst>
            </a:pPr>
            <a:r>
              <a:rPr dirty="0" sz="950" spc="-114">
                <a:solidFill>
                  <a:srgbClr val="64625D"/>
                </a:solidFill>
                <a:latin typeface="Arial"/>
                <a:cs typeface="Arial"/>
              </a:rPr>
              <a:t>Mod1,1la</a:t>
            </a:r>
            <a:r>
              <a:rPr dirty="0" sz="950" spc="-114">
                <a:solidFill>
                  <a:srgbClr val="44423B"/>
                </a:solidFill>
                <a:latin typeface="Arial"/>
                <a:cs typeface="Arial"/>
              </a:rPr>
              <a:t>r</a:t>
            </a:r>
            <a:r>
              <a:rPr dirty="0" sz="950" spc="-95">
                <a:solidFill>
                  <a:srgbClr val="44423B"/>
                </a:solidFill>
                <a:latin typeface="Arial"/>
                <a:cs typeface="Arial"/>
              </a:rPr>
              <a:t> </a:t>
            </a:r>
            <a:r>
              <a:rPr dirty="0" sz="950" spc="-55">
                <a:solidFill>
                  <a:srgbClr val="54524B"/>
                </a:solidFill>
                <a:latin typeface="Arial"/>
                <a:cs typeface="Arial"/>
              </a:rPr>
              <a:t>agenl'S</a:t>
            </a:r>
            <a:r>
              <a:rPr dirty="0" sz="950" spc="-145">
                <a:solidFill>
                  <a:srgbClr val="54524B"/>
                </a:solidFill>
                <a:latin typeface="Arial"/>
                <a:cs typeface="Arial"/>
              </a:rPr>
              <a:t> </a:t>
            </a:r>
            <a:r>
              <a:rPr dirty="0" sz="900" spc="55">
                <a:solidFill>
                  <a:srgbClr val="64625D"/>
                </a:solidFill>
                <a:latin typeface="Arial"/>
                <a:cs typeface="Arial"/>
              </a:rPr>
              <a:t>with</a:t>
            </a:r>
            <a:r>
              <a:rPr dirty="0" sz="950" spc="55">
                <a:solidFill>
                  <a:srgbClr val="64625D"/>
                </a:solidFill>
                <a:latin typeface="Arial"/>
                <a:cs typeface="Arial"/>
              </a:rPr>
              <a:t>�le</a:t>
            </a:r>
            <a:r>
              <a:rPr dirty="0" sz="950" spc="280">
                <a:solidFill>
                  <a:srgbClr val="64625D"/>
                </a:solidFill>
                <a:latin typeface="Arial"/>
                <a:cs typeface="Arial"/>
              </a:rPr>
              <a:t>  </a:t>
            </a:r>
            <a:r>
              <a:rPr dirty="0" sz="950" spc="-10">
                <a:solidFill>
                  <a:srgbClr val="44423B"/>
                </a:solidFill>
                <a:latin typeface="Arial"/>
                <a:cs typeface="Arial"/>
              </a:rPr>
              <a:t>r</a:t>
            </a:r>
            <a:r>
              <a:rPr dirty="0" sz="950" spc="-10">
                <a:solidFill>
                  <a:srgbClr val="64625D"/>
                </a:solidFill>
                <a:latin typeface="Arial"/>
                <a:cs typeface="Arial"/>
              </a:rPr>
              <a:t>espe</a:t>
            </a:r>
            <a:r>
              <a:rPr dirty="0" sz="950" spc="-10">
                <a:solidFill>
                  <a:srgbClr val="44423B"/>
                </a:solidFill>
                <a:latin typeface="Arial"/>
                <a:cs typeface="Arial"/>
              </a:rPr>
              <a:t>n</a:t>
            </a:r>
            <a:r>
              <a:rPr dirty="0" sz="950" spc="-10">
                <a:solidFill>
                  <a:srgbClr val="72756E"/>
                </a:solidFill>
                <a:latin typeface="Arial"/>
                <a:cs typeface="Arial"/>
              </a:rPr>
              <a:t>&amp;lbtibes</a:t>
            </a:r>
            <a:endParaRPr sz="950">
              <a:latin typeface="Arial"/>
              <a:cs typeface="Arial"/>
            </a:endParaRPr>
          </a:p>
          <a:p>
            <a:pPr marL="121285" indent="-63500">
              <a:lnSpc>
                <a:spcPts val="880"/>
              </a:lnSpc>
              <a:buClr>
                <a:srgbClr val="312F2A"/>
              </a:buClr>
              <a:buChar char="•"/>
              <a:tabLst>
                <a:tab pos="121285" algn="l"/>
              </a:tabLst>
            </a:pPr>
            <a:r>
              <a:rPr dirty="0" sz="950" spc="-55">
                <a:solidFill>
                  <a:srgbClr val="72756E"/>
                </a:solidFill>
                <a:latin typeface="Arial"/>
                <a:cs typeface="Arial"/>
              </a:rPr>
              <a:t>Cot</a:t>
            </a:r>
            <a:r>
              <a:rPr dirty="0" sz="950" spc="-55">
                <a:solidFill>
                  <a:srgbClr val="54524B"/>
                </a:solidFill>
                <a:latin typeface="Arial"/>
                <a:cs typeface="Arial"/>
              </a:rPr>
              <a:t>1f,gor.:il:ion</a:t>
            </a:r>
            <a:r>
              <a:rPr dirty="0" sz="950" spc="-55">
                <a:solidFill>
                  <a:srgbClr val="9A9E97"/>
                </a:solidFill>
                <a:latin typeface="Arial"/>
                <a:cs typeface="Arial"/>
              </a:rPr>
              <a:t>:</a:t>
            </a:r>
            <a:r>
              <a:rPr dirty="0" sz="950" spc="-55">
                <a:solidFill>
                  <a:srgbClr val="64625D"/>
                </a:solidFill>
                <a:latin typeface="Arial"/>
                <a:cs typeface="Arial"/>
              </a:rPr>
              <a:t>dnvel)</a:t>
            </a:r>
            <a:r>
              <a:rPr dirty="0" sz="950" spc="-135">
                <a:solidFill>
                  <a:srgbClr val="64625D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808982"/>
                </a:solidFill>
                <a:latin typeface="Arial"/>
                <a:cs typeface="Arial"/>
              </a:rPr>
              <a:t>(n9</a:t>
            </a:r>
            <a:r>
              <a:rPr dirty="0" sz="950" spc="165">
                <a:solidFill>
                  <a:srgbClr val="808982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64625D"/>
                </a:solidFill>
                <a:latin typeface="Arial"/>
                <a:cs typeface="Arial"/>
              </a:rPr>
              <a:t>c.'ldochanges)</a:t>
            </a:r>
            <a:endParaRPr sz="950">
              <a:latin typeface="Arial"/>
              <a:cs typeface="Arial"/>
            </a:endParaRPr>
          </a:p>
          <a:p>
            <a:pPr marL="133985" indent="-76200">
              <a:lnSpc>
                <a:spcPts val="1055"/>
              </a:lnSpc>
              <a:buClr>
                <a:srgbClr val="312F2A"/>
              </a:buClr>
              <a:buChar char="•"/>
              <a:tabLst>
                <a:tab pos="133985" algn="l"/>
              </a:tabLst>
            </a:pPr>
            <a:r>
              <a:rPr dirty="0" sz="1000" spc="-114">
                <a:solidFill>
                  <a:srgbClr val="64625D"/>
                </a:solidFill>
                <a:latin typeface="Arial"/>
                <a:cs typeface="Arial"/>
              </a:rPr>
              <a:t>Cb«eCVsbfe</a:t>
            </a:r>
            <a:r>
              <a:rPr dirty="0" sz="1000" spc="-10">
                <a:solidFill>
                  <a:srgbClr val="64625D"/>
                </a:solidFill>
                <a:latin typeface="Arial"/>
                <a:cs typeface="Arial"/>
              </a:rPr>
              <a:t> </a:t>
            </a:r>
            <a:r>
              <a:rPr dirty="0" sz="1000" spc="-55">
                <a:solidFill>
                  <a:srgbClr val="64625D"/>
                </a:solidFill>
                <a:latin typeface="Arial"/>
                <a:cs typeface="Arial"/>
              </a:rPr>
              <a:t>andcrouseble</a:t>
            </a:r>
            <a:r>
              <a:rPr dirty="0" sz="1000" spc="-105">
                <a:solidFill>
                  <a:srgbClr val="64625D"/>
                </a:solidFill>
                <a:latin typeface="Arial"/>
                <a:cs typeface="Arial"/>
              </a:rPr>
              <a:t> </a:t>
            </a:r>
            <a:r>
              <a:rPr dirty="0" sz="1000" spc="-40">
                <a:solidFill>
                  <a:srgbClr val="64625D"/>
                </a:solidFill>
                <a:latin typeface="Arial"/>
                <a:cs typeface="Arial"/>
              </a:rPr>
              <a:t>reesonlng</a:t>
            </a:r>
            <a:r>
              <a:rPr dirty="0" sz="1000" spc="-114">
                <a:solidFill>
                  <a:srgbClr val="64625D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64625D"/>
                </a:solidFill>
                <a:latin typeface="Arial"/>
                <a:cs typeface="Arial"/>
              </a:rPr>
              <a:t>cl\a</a:t>
            </a:r>
            <a:r>
              <a:rPr dirty="0" sz="1000" spc="-10">
                <a:solidFill>
                  <a:srgbClr val="808982"/>
                </a:solidFill>
                <a:latin typeface="Arial"/>
                <a:cs typeface="Arial"/>
              </a:rPr>
              <a:t>l</a:t>
            </a:r>
            <a:r>
              <a:rPr dirty="0" sz="1000" spc="-10">
                <a:solidFill>
                  <a:srgbClr val="64625D"/>
                </a:solidFill>
                <a:latin typeface="Arial"/>
                <a:cs typeface="Arial"/>
              </a:rPr>
              <a:t>ns</a:t>
            </a:r>
            <a:endParaRPr sz="1000">
              <a:latin typeface="Arial"/>
              <a:cs typeface="Arial"/>
            </a:endParaRPr>
          </a:p>
        </p:txBody>
      </p:sp>
      <p:sp>
        <p:nvSpPr>
          <p:cNvPr id="81" name="object 81"/>
          <p:cNvSpPr/>
          <p:nvPr/>
        </p:nvSpPr>
        <p:spPr>
          <a:xfrm>
            <a:off x="5047730" y="4213091"/>
            <a:ext cx="705485" cy="0"/>
          </a:xfrm>
          <a:custGeom>
            <a:avLst/>
            <a:gdLst/>
            <a:ahLst/>
            <a:cxnLst/>
            <a:rect l="l" t="t" r="r" b="b"/>
            <a:pathLst>
              <a:path w="705485" h="0">
                <a:moveTo>
                  <a:pt x="0" y="0"/>
                </a:moveTo>
                <a:lnTo>
                  <a:pt x="705313" y="0"/>
                </a:lnTo>
              </a:path>
            </a:pathLst>
          </a:custGeom>
          <a:ln w="12766">
            <a:solidFill>
              <a:srgbClr val="80898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2" name="object 82"/>
          <p:cNvSpPr txBox="1"/>
          <p:nvPr/>
        </p:nvSpPr>
        <p:spPr>
          <a:xfrm>
            <a:off x="5035029" y="4066348"/>
            <a:ext cx="736600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10">
                <a:solidFill>
                  <a:srgbClr val="64625D"/>
                </a:solidFill>
                <a:latin typeface="Arial"/>
                <a:cs typeface="Arial"/>
              </a:rPr>
              <a:t>i</a:t>
            </a:r>
            <a:r>
              <a:rPr dirty="0" sz="1050" spc="-10">
                <a:solidFill>
                  <a:srgbClr val="808982"/>
                </a:solidFill>
                <a:latin typeface="Arial"/>
                <a:cs typeface="Arial"/>
              </a:rPr>
              <a:t>mp</a:t>
            </a:r>
            <a:r>
              <a:rPr dirty="0" sz="1050" spc="-10">
                <a:solidFill>
                  <a:srgbClr val="9A9E97"/>
                </a:solidFill>
                <a:latin typeface="Arial"/>
                <a:cs typeface="Arial"/>
              </a:rPr>
              <a:t>l</a:t>
            </a:r>
            <a:r>
              <a:rPr dirty="0" sz="1050" spc="-10">
                <a:solidFill>
                  <a:srgbClr val="808982"/>
                </a:solidFill>
                <a:latin typeface="Arial"/>
                <a:cs typeface="Arial"/>
              </a:rPr>
              <a:t>ements</a:t>
            </a:r>
            <a:endParaRPr sz="1050">
              <a:latin typeface="Arial"/>
              <a:cs typeface="Arial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5979664" y="1953550"/>
            <a:ext cx="1036319" cy="1943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spc="-110">
                <a:solidFill>
                  <a:srgbClr val="312F2A"/>
                </a:solidFill>
                <a:latin typeface="Arial"/>
                <a:cs typeface="Arial"/>
              </a:rPr>
              <a:t>ORCHESTRATOR</a:t>
            </a:r>
            <a:endParaRPr sz="1100">
              <a:latin typeface="Arial"/>
              <a:cs typeface="Arial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6134202" y="3627940"/>
            <a:ext cx="751205" cy="148590"/>
          </a:xfrm>
          <a:prstGeom prst="rect">
            <a:avLst/>
          </a:prstGeom>
          <a:solidFill>
            <a:srgbClr val="3A5979"/>
          </a:solidFill>
        </p:spPr>
        <p:txBody>
          <a:bodyPr wrap="square" lIns="0" tIns="444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35"/>
              </a:spcBef>
            </a:pPr>
            <a:r>
              <a:rPr dirty="0" sz="700" spc="-150">
                <a:solidFill>
                  <a:srgbClr val="BDD4E8"/>
                </a:solidFill>
                <a:latin typeface="Arial"/>
                <a:cs typeface="Arial"/>
              </a:rPr>
              <a:t>&lt;&gt;</a:t>
            </a:r>
            <a:r>
              <a:rPr dirty="0" sz="700" spc="-35">
                <a:solidFill>
                  <a:srgbClr val="BDD4E8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ACC6DD"/>
                </a:solidFill>
                <a:latin typeface="Arial"/>
                <a:cs typeface="Arial"/>
              </a:rPr>
              <a:t>Ciassll'ieahon</a:t>
            </a:r>
            <a:endParaRPr sz="850">
              <a:latin typeface="Arial"/>
              <a:cs typeface="Arial"/>
            </a:endParaRPr>
          </a:p>
        </p:txBody>
      </p:sp>
      <p:sp>
        <p:nvSpPr>
          <p:cNvPr id="85" name="object 85"/>
          <p:cNvSpPr/>
          <p:nvPr/>
        </p:nvSpPr>
        <p:spPr>
          <a:xfrm>
            <a:off x="6263189" y="4130940"/>
            <a:ext cx="26034" cy="189230"/>
          </a:xfrm>
          <a:custGeom>
            <a:avLst/>
            <a:gdLst/>
            <a:ahLst/>
            <a:cxnLst/>
            <a:rect l="l" t="t" r="r" b="b"/>
            <a:pathLst>
              <a:path w="26035" h="189229">
                <a:moveTo>
                  <a:pt x="25473" y="189042"/>
                </a:moveTo>
                <a:lnTo>
                  <a:pt x="0" y="189042"/>
                </a:lnTo>
                <a:lnTo>
                  <a:pt x="0" y="0"/>
                </a:lnTo>
                <a:lnTo>
                  <a:pt x="25473" y="0"/>
                </a:lnTo>
                <a:lnTo>
                  <a:pt x="25473" y="189042"/>
                </a:lnTo>
                <a:close/>
              </a:path>
            </a:pathLst>
          </a:custGeom>
          <a:solidFill>
            <a:srgbClr val="3A597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6" name="object 86"/>
          <p:cNvSpPr/>
          <p:nvPr/>
        </p:nvSpPr>
        <p:spPr>
          <a:xfrm>
            <a:off x="6388749" y="4130940"/>
            <a:ext cx="306070" cy="189230"/>
          </a:xfrm>
          <a:custGeom>
            <a:avLst/>
            <a:gdLst/>
            <a:ahLst/>
            <a:cxnLst/>
            <a:rect l="l" t="t" r="r" b="b"/>
            <a:pathLst>
              <a:path w="306070" h="189229">
                <a:moveTo>
                  <a:pt x="305686" y="189042"/>
                </a:moveTo>
                <a:lnTo>
                  <a:pt x="0" y="189042"/>
                </a:lnTo>
                <a:lnTo>
                  <a:pt x="0" y="0"/>
                </a:lnTo>
                <a:lnTo>
                  <a:pt x="305686" y="0"/>
                </a:lnTo>
                <a:lnTo>
                  <a:pt x="305686" y="189042"/>
                </a:lnTo>
                <a:close/>
              </a:path>
            </a:pathLst>
          </a:custGeom>
          <a:solidFill>
            <a:srgbClr val="3A597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7" name="object 87"/>
          <p:cNvSpPr txBox="1"/>
          <p:nvPr/>
        </p:nvSpPr>
        <p:spPr>
          <a:xfrm>
            <a:off x="6250489" y="4123795"/>
            <a:ext cx="468630" cy="1943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spc="-85">
                <a:solidFill>
                  <a:srgbClr val="ACC6DD"/>
                </a:solidFill>
                <a:latin typeface="Times New Roman"/>
                <a:cs typeface="Times New Roman"/>
              </a:rPr>
              <a:t>·</a:t>
            </a:r>
            <a:r>
              <a:rPr dirty="0" sz="1100" spc="-85">
                <a:solidFill>
                  <a:srgbClr val="87A8C8"/>
                </a:solidFill>
                <a:latin typeface="Times New Roman"/>
                <a:cs typeface="Times New Roman"/>
              </a:rPr>
              <a:t>•,</a:t>
            </a:r>
            <a:r>
              <a:rPr dirty="0" sz="1100" spc="-70">
                <a:solidFill>
                  <a:srgbClr val="87A8C8"/>
                </a:solidFill>
                <a:latin typeface="Times New Roman"/>
                <a:cs typeface="Times New Roman"/>
              </a:rPr>
              <a:t> </a:t>
            </a:r>
            <a:r>
              <a:rPr dirty="0" sz="1100" spc="-120">
                <a:solidFill>
                  <a:srgbClr val="ACC6DD"/>
                </a:solidFill>
                <a:latin typeface="Times New Roman"/>
                <a:cs typeface="Times New Roman"/>
              </a:rPr>
              <a:t>Caamy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5215447" y="4685506"/>
            <a:ext cx="432434" cy="1943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spc="170">
                <a:solidFill>
                  <a:srgbClr val="64625D"/>
                </a:solidFill>
                <a:latin typeface="Arial"/>
                <a:cs typeface="Arial"/>
              </a:rPr>
              <a:t>O"°"'</a:t>
            </a:r>
            <a:endParaRPr sz="1100">
              <a:latin typeface="Arial"/>
              <a:cs typeface="Arial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5987776" y="4685506"/>
            <a:ext cx="1273810" cy="1943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spc="-100">
                <a:solidFill>
                  <a:srgbClr val="312F2A"/>
                </a:solidFill>
                <a:latin typeface="Arial"/>
                <a:cs typeface="Arial"/>
              </a:rPr>
              <a:t>HTTP</a:t>
            </a:r>
            <a:r>
              <a:rPr dirty="0" sz="1100" spc="-130">
                <a:solidFill>
                  <a:srgbClr val="312F2A"/>
                </a:solidFill>
                <a:latin typeface="Arial"/>
                <a:cs typeface="Arial"/>
              </a:rPr>
              <a:t> </a:t>
            </a:r>
            <a:r>
              <a:rPr dirty="0" sz="1100" spc="-110">
                <a:solidFill>
                  <a:srgbClr val="312F2A"/>
                </a:solidFill>
                <a:latin typeface="Arial"/>
                <a:cs typeface="Arial"/>
              </a:rPr>
              <a:t>ENDPOINTS</a:t>
            </a:r>
            <a:r>
              <a:rPr dirty="0" sz="1100" spc="-10">
                <a:solidFill>
                  <a:srgbClr val="312F2A"/>
                </a:solidFill>
                <a:latin typeface="Arial"/>
                <a:cs typeface="Arial"/>
              </a:rPr>
              <a:t> </a:t>
            </a:r>
            <a:r>
              <a:rPr dirty="0" sz="1100" spc="-25">
                <a:solidFill>
                  <a:srgbClr val="44423B"/>
                </a:solidFill>
                <a:latin typeface="Arial"/>
                <a:cs typeface="Arial"/>
              </a:rPr>
              <a:t>(2)</a:t>
            </a:r>
            <a:endParaRPr sz="1100">
              <a:latin typeface="Arial"/>
              <a:cs typeface="Arial"/>
            </a:endParaRPr>
          </a:p>
        </p:txBody>
      </p:sp>
      <p:sp>
        <p:nvSpPr>
          <p:cNvPr id="90" name="object 90"/>
          <p:cNvSpPr txBox="1"/>
          <p:nvPr/>
        </p:nvSpPr>
        <p:spPr>
          <a:xfrm>
            <a:off x="5225234" y="4781251"/>
            <a:ext cx="19875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25" i="1">
                <a:solidFill>
                  <a:srgbClr val="64625D"/>
                </a:solidFill>
                <a:latin typeface="Times New Roman"/>
                <a:cs typeface="Times New Roman"/>
              </a:rPr>
              <a:t>R_,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91" name="object 91"/>
          <p:cNvSpPr txBox="1"/>
          <p:nvPr/>
        </p:nvSpPr>
        <p:spPr>
          <a:xfrm>
            <a:off x="5979943" y="5604669"/>
            <a:ext cx="3338829" cy="1943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spc="-85">
                <a:solidFill>
                  <a:srgbClr val="312F2A"/>
                </a:solidFill>
                <a:latin typeface="Arial"/>
                <a:cs typeface="Arial"/>
              </a:rPr>
              <a:t>S</a:t>
            </a:r>
            <a:r>
              <a:rPr dirty="0" sz="1100" spc="-85">
                <a:solidFill>
                  <a:srgbClr val="16130E"/>
                </a:solidFill>
                <a:latin typeface="Arial"/>
                <a:cs typeface="Arial"/>
              </a:rPr>
              <a:t>E</a:t>
            </a:r>
            <a:r>
              <a:rPr dirty="0" sz="1100" spc="-85">
                <a:solidFill>
                  <a:srgbClr val="312F2A"/>
                </a:solidFill>
                <a:latin typeface="Arial"/>
                <a:cs typeface="Arial"/>
              </a:rPr>
              <a:t>RV</a:t>
            </a:r>
            <a:r>
              <a:rPr dirty="0" sz="1100" spc="-85">
                <a:latin typeface="Arial"/>
                <a:cs typeface="Arial"/>
              </a:rPr>
              <a:t>I</a:t>
            </a:r>
            <a:r>
              <a:rPr dirty="0" sz="1100" spc="-85">
                <a:solidFill>
                  <a:srgbClr val="312F2A"/>
                </a:solidFill>
                <a:latin typeface="Arial"/>
                <a:cs typeface="Arial"/>
              </a:rPr>
              <a:t>CEPROV</a:t>
            </a:r>
            <a:r>
              <a:rPr dirty="0" sz="1100" spc="-85">
                <a:solidFill>
                  <a:srgbClr val="54524B"/>
                </a:solidFill>
                <a:latin typeface="Arial"/>
                <a:cs typeface="Arial"/>
              </a:rPr>
              <a:t>I</a:t>
            </a:r>
            <a:r>
              <a:rPr dirty="0" sz="1100" spc="-85">
                <a:solidFill>
                  <a:srgbClr val="312F2A"/>
                </a:solidFill>
                <a:latin typeface="Arial"/>
                <a:cs typeface="Arial"/>
              </a:rPr>
              <a:t>DER</a:t>
            </a:r>
            <a:r>
              <a:rPr dirty="0" sz="1100" spc="-75">
                <a:solidFill>
                  <a:srgbClr val="312F2A"/>
                </a:solidFill>
                <a:latin typeface="Arial"/>
                <a:cs typeface="Arial"/>
              </a:rPr>
              <a:t> </a:t>
            </a:r>
            <a:r>
              <a:rPr dirty="0" sz="1100" spc="-55">
                <a:latin typeface="Arial"/>
                <a:cs typeface="Arial"/>
              </a:rPr>
              <a:t>I</a:t>
            </a:r>
            <a:r>
              <a:rPr dirty="0" sz="1100" spc="-55">
                <a:solidFill>
                  <a:srgbClr val="312F2A"/>
                </a:solidFill>
                <a:latin typeface="Arial"/>
                <a:cs typeface="Arial"/>
              </a:rPr>
              <a:t>N</a:t>
            </a:r>
            <a:r>
              <a:rPr dirty="0" sz="1100" spc="-55">
                <a:solidFill>
                  <a:srgbClr val="16130E"/>
                </a:solidFill>
                <a:latin typeface="Arial"/>
                <a:cs typeface="Arial"/>
              </a:rPr>
              <a:t>T</a:t>
            </a:r>
            <a:r>
              <a:rPr dirty="0" sz="1100" spc="-55">
                <a:solidFill>
                  <a:srgbClr val="312F2A"/>
                </a:solidFill>
                <a:latin typeface="Arial"/>
                <a:cs typeface="Arial"/>
              </a:rPr>
              <a:t>ERFACES</a:t>
            </a:r>
            <a:r>
              <a:rPr dirty="0" sz="1100" spc="-55">
                <a:solidFill>
                  <a:srgbClr val="54524B"/>
                </a:solidFill>
                <a:latin typeface="Arial"/>
                <a:cs typeface="Arial"/>
              </a:rPr>
              <a:t>(</a:t>
            </a:r>
            <a:r>
              <a:rPr dirty="0" sz="1100" spc="-55">
                <a:solidFill>
                  <a:srgbClr val="312F2A"/>
                </a:solidFill>
                <a:latin typeface="Arial"/>
                <a:cs typeface="Arial"/>
              </a:rPr>
              <a:t>Config</a:t>
            </a:r>
            <a:r>
              <a:rPr dirty="0" sz="1100" spc="-55">
                <a:solidFill>
                  <a:srgbClr val="16130E"/>
                </a:solidFill>
                <a:latin typeface="Arial"/>
                <a:cs typeface="Arial"/>
              </a:rPr>
              <a:t>u</a:t>
            </a:r>
            <a:r>
              <a:rPr dirty="0" sz="1100" spc="-55">
                <a:solidFill>
                  <a:srgbClr val="44423B"/>
                </a:solidFill>
                <a:latin typeface="Arial"/>
                <a:cs typeface="Arial"/>
              </a:rPr>
              <a:t>rat</a:t>
            </a:r>
            <a:r>
              <a:rPr dirty="0" sz="1100" spc="-55">
                <a:solidFill>
                  <a:srgbClr val="16130E"/>
                </a:solidFill>
                <a:latin typeface="Arial"/>
                <a:cs typeface="Arial"/>
              </a:rPr>
              <a:t>i</a:t>
            </a:r>
            <a:r>
              <a:rPr dirty="0" sz="1100" spc="-55">
                <a:solidFill>
                  <a:srgbClr val="312F2A"/>
                </a:solidFill>
                <a:latin typeface="Arial"/>
                <a:cs typeface="Arial"/>
              </a:rPr>
              <a:t>on</a:t>
            </a:r>
            <a:r>
              <a:rPr dirty="0" sz="1100" spc="105">
                <a:solidFill>
                  <a:srgbClr val="312F2A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16130E"/>
                </a:solidFill>
                <a:latin typeface="Arial"/>
                <a:cs typeface="Arial"/>
              </a:rPr>
              <a:t>H</a:t>
            </a:r>
            <a:r>
              <a:rPr dirty="0" sz="1100" spc="-10">
                <a:solidFill>
                  <a:srgbClr val="312F2A"/>
                </a:solidFill>
                <a:latin typeface="Arial"/>
                <a:cs typeface="Arial"/>
              </a:rPr>
              <a:t>oo</a:t>
            </a:r>
            <a:r>
              <a:rPr dirty="0" sz="1100" spc="-10">
                <a:solidFill>
                  <a:srgbClr val="16130E"/>
                </a:solidFill>
                <a:latin typeface="Arial"/>
                <a:cs typeface="Arial"/>
              </a:rPr>
              <a:t>k</a:t>
            </a:r>
            <a:r>
              <a:rPr dirty="0" sz="1100" spc="-10">
                <a:solidFill>
                  <a:srgbClr val="312F2A"/>
                </a:solidFill>
                <a:latin typeface="Arial"/>
                <a:cs typeface="Arial"/>
              </a:rPr>
              <a:t>s}</a:t>
            </a:r>
            <a:endParaRPr sz="1100">
              <a:latin typeface="Arial"/>
              <a:cs typeface="Arial"/>
            </a:endParaRPr>
          </a:p>
        </p:txBody>
      </p:sp>
      <p:sp>
        <p:nvSpPr>
          <p:cNvPr id="92" name="object 92"/>
          <p:cNvSpPr txBox="1"/>
          <p:nvPr/>
        </p:nvSpPr>
        <p:spPr>
          <a:xfrm>
            <a:off x="5979383" y="6740855"/>
            <a:ext cx="1029335" cy="1943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spc="-75">
                <a:solidFill>
                  <a:srgbClr val="312F2A"/>
                </a:solidFill>
                <a:latin typeface="Arial"/>
                <a:cs typeface="Arial"/>
              </a:rPr>
              <a:t>CORE</a:t>
            </a:r>
            <a:r>
              <a:rPr dirty="0" sz="1100" spc="-125">
                <a:solidFill>
                  <a:srgbClr val="312F2A"/>
                </a:solidFill>
                <a:latin typeface="Arial"/>
                <a:cs typeface="Arial"/>
              </a:rPr>
              <a:t> </a:t>
            </a:r>
            <a:r>
              <a:rPr dirty="0" sz="1100" spc="-95">
                <a:solidFill>
                  <a:srgbClr val="312F2A"/>
                </a:solidFill>
                <a:latin typeface="Arial"/>
                <a:cs typeface="Arial"/>
              </a:rPr>
              <a:t>SERVICES</a:t>
            </a:r>
            <a:endParaRPr sz="1100">
              <a:latin typeface="Arial"/>
              <a:cs typeface="Arial"/>
            </a:endParaRPr>
          </a:p>
        </p:txBody>
      </p:sp>
      <p:sp>
        <p:nvSpPr>
          <p:cNvPr id="93" name="object 93"/>
          <p:cNvSpPr txBox="1"/>
          <p:nvPr/>
        </p:nvSpPr>
        <p:spPr>
          <a:xfrm>
            <a:off x="6247749" y="7085541"/>
            <a:ext cx="598805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00" spc="-40">
                <a:solidFill>
                  <a:srgbClr val="54524B"/>
                </a:solidFill>
                <a:latin typeface="Arial"/>
                <a:cs typeface="Arial"/>
              </a:rPr>
              <a:t>Oc,Service</a:t>
            </a:r>
            <a:endParaRPr sz="1000">
              <a:latin typeface="Arial"/>
              <a:cs typeface="Arial"/>
            </a:endParaRPr>
          </a:p>
        </p:txBody>
      </p:sp>
      <p:sp>
        <p:nvSpPr>
          <p:cNvPr id="94" name="object 94"/>
          <p:cNvSpPr txBox="1"/>
          <p:nvPr/>
        </p:nvSpPr>
        <p:spPr>
          <a:xfrm>
            <a:off x="7355864" y="3634070"/>
            <a:ext cx="578485" cy="156845"/>
          </a:xfrm>
          <a:prstGeom prst="rect">
            <a:avLst/>
          </a:prstGeom>
          <a:solidFill>
            <a:srgbClr val="3A5979"/>
          </a:solidFill>
        </p:spPr>
        <p:txBody>
          <a:bodyPr wrap="square" lIns="0" tIns="5080" rIns="0" bIns="0" rtlCol="0" vert="horz">
            <a:spAutoFit/>
          </a:bodyPr>
          <a:lstStyle/>
          <a:p>
            <a:pPr marL="93345" indent="-93980">
              <a:lnSpc>
                <a:spcPct val="100000"/>
              </a:lnSpc>
              <a:spcBef>
                <a:spcPts val="40"/>
              </a:spcBef>
              <a:buChar char="•"/>
              <a:tabLst>
                <a:tab pos="93345" algn="l"/>
              </a:tabLst>
            </a:pPr>
            <a:r>
              <a:rPr dirty="0" sz="900" spc="-45">
                <a:solidFill>
                  <a:srgbClr val="BDD4E8"/>
                </a:solidFill>
                <a:latin typeface="Arial"/>
                <a:cs typeface="Arial"/>
              </a:rPr>
              <a:t>f1,;hactlon</a:t>
            </a:r>
            <a:endParaRPr sz="900">
              <a:latin typeface="Arial"/>
              <a:cs typeface="Arial"/>
            </a:endParaRPr>
          </a:p>
        </p:txBody>
      </p:sp>
      <p:sp>
        <p:nvSpPr>
          <p:cNvPr id="95" name="object 95"/>
          <p:cNvSpPr/>
          <p:nvPr/>
        </p:nvSpPr>
        <p:spPr>
          <a:xfrm>
            <a:off x="7101469" y="3748461"/>
            <a:ext cx="13335" cy="174625"/>
          </a:xfrm>
          <a:custGeom>
            <a:avLst/>
            <a:gdLst/>
            <a:ahLst/>
            <a:cxnLst/>
            <a:rect l="l" t="t" r="r" b="b"/>
            <a:pathLst>
              <a:path w="13334" h="174625">
                <a:moveTo>
                  <a:pt x="12736" y="174163"/>
                </a:moveTo>
                <a:lnTo>
                  <a:pt x="0" y="174163"/>
                </a:lnTo>
                <a:lnTo>
                  <a:pt x="0" y="0"/>
                </a:lnTo>
                <a:lnTo>
                  <a:pt x="12736" y="0"/>
                </a:lnTo>
                <a:lnTo>
                  <a:pt x="12736" y="174163"/>
                </a:lnTo>
                <a:close/>
              </a:path>
            </a:pathLst>
          </a:custGeom>
          <a:solidFill>
            <a:srgbClr val="3A597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6" name="object 96"/>
          <p:cNvSpPr txBox="1"/>
          <p:nvPr/>
        </p:nvSpPr>
        <p:spPr>
          <a:xfrm>
            <a:off x="7088768" y="3740811"/>
            <a:ext cx="47625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00" spc="-50">
                <a:solidFill>
                  <a:srgbClr val="D6E6E4"/>
                </a:solidFill>
                <a:latin typeface="Arial"/>
                <a:cs typeface="Arial"/>
              </a:rPr>
              <a:t>'</a:t>
            </a:r>
            <a:endParaRPr sz="1000">
              <a:latin typeface="Arial"/>
              <a:cs typeface="Arial"/>
            </a:endParaRPr>
          </a:p>
        </p:txBody>
      </p:sp>
      <p:sp>
        <p:nvSpPr>
          <p:cNvPr id="97" name="object 97"/>
          <p:cNvSpPr txBox="1"/>
          <p:nvPr/>
        </p:nvSpPr>
        <p:spPr>
          <a:xfrm>
            <a:off x="8714024" y="3498255"/>
            <a:ext cx="88900" cy="2705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600" spc="-50">
                <a:solidFill>
                  <a:srgbClr val="7089A5"/>
                </a:solidFill>
                <a:latin typeface="Arial"/>
                <a:cs typeface="Arial"/>
              </a:rPr>
              <a:t>•</a:t>
            </a:r>
            <a:endParaRPr sz="1600">
              <a:latin typeface="Arial"/>
              <a:cs typeface="Arial"/>
            </a:endParaRPr>
          </a:p>
        </p:txBody>
      </p:sp>
      <p:sp>
        <p:nvSpPr>
          <p:cNvPr id="98" name="object 98"/>
          <p:cNvSpPr/>
          <p:nvPr/>
        </p:nvSpPr>
        <p:spPr>
          <a:xfrm>
            <a:off x="8416613" y="3679004"/>
            <a:ext cx="688340" cy="148590"/>
          </a:xfrm>
          <a:custGeom>
            <a:avLst/>
            <a:gdLst/>
            <a:ahLst/>
            <a:cxnLst/>
            <a:rect l="l" t="t" r="r" b="b"/>
            <a:pathLst>
              <a:path w="688340" h="148589">
                <a:moveTo>
                  <a:pt x="687793" y="148038"/>
                </a:moveTo>
                <a:lnTo>
                  <a:pt x="0" y="148038"/>
                </a:lnTo>
                <a:lnTo>
                  <a:pt x="0" y="0"/>
                </a:lnTo>
                <a:lnTo>
                  <a:pt x="687793" y="0"/>
                </a:lnTo>
                <a:lnTo>
                  <a:pt x="687793" y="148038"/>
                </a:lnTo>
                <a:close/>
              </a:path>
            </a:pathLst>
          </a:custGeom>
          <a:solidFill>
            <a:srgbClr val="3A597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9" name="object 99"/>
          <p:cNvSpPr txBox="1"/>
          <p:nvPr/>
        </p:nvSpPr>
        <p:spPr>
          <a:xfrm>
            <a:off x="8403914" y="3670597"/>
            <a:ext cx="723900" cy="1562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50" spc="-10">
                <a:solidFill>
                  <a:srgbClr val="ACC6DD"/>
                </a:solidFill>
                <a:latin typeface="Arial"/>
                <a:cs typeface="Arial"/>
              </a:rPr>
              <a:t>Trondon�tlen</a:t>
            </a:r>
            <a:endParaRPr sz="850">
              <a:latin typeface="Arial"/>
              <a:cs typeface="Arial"/>
            </a:endParaRPr>
          </a:p>
        </p:txBody>
      </p:sp>
      <p:sp>
        <p:nvSpPr>
          <p:cNvPr id="100" name="object 100"/>
          <p:cNvSpPr/>
          <p:nvPr/>
        </p:nvSpPr>
        <p:spPr>
          <a:xfrm>
            <a:off x="8589874" y="4177389"/>
            <a:ext cx="459105" cy="130810"/>
          </a:xfrm>
          <a:custGeom>
            <a:avLst/>
            <a:gdLst/>
            <a:ahLst/>
            <a:cxnLst/>
            <a:rect l="l" t="t" r="r" b="b"/>
            <a:pathLst>
              <a:path w="459104" h="130810">
                <a:moveTo>
                  <a:pt x="458529" y="130622"/>
                </a:moveTo>
                <a:lnTo>
                  <a:pt x="0" y="130622"/>
                </a:lnTo>
                <a:lnTo>
                  <a:pt x="0" y="0"/>
                </a:lnTo>
                <a:lnTo>
                  <a:pt x="458529" y="0"/>
                </a:lnTo>
                <a:lnTo>
                  <a:pt x="458529" y="130622"/>
                </a:lnTo>
                <a:close/>
              </a:path>
            </a:pathLst>
          </a:custGeom>
          <a:solidFill>
            <a:srgbClr val="3A597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1" name="object 101"/>
          <p:cNvSpPr txBox="1"/>
          <p:nvPr/>
        </p:nvSpPr>
        <p:spPr>
          <a:xfrm>
            <a:off x="8455619" y="4155710"/>
            <a:ext cx="625475" cy="1562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50">
                <a:solidFill>
                  <a:srgbClr val="87A8C8"/>
                </a:solidFill>
                <a:latin typeface="Arial"/>
                <a:cs typeface="Arial"/>
              </a:rPr>
              <a:t>t3</a:t>
            </a:r>
            <a:r>
              <a:rPr dirty="0" sz="850" spc="-5">
                <a:solidFill>
                  <a:srgbClr val="87A8C8"/>
                </a:solidFill>
                <a:latin typeface="Arial"/>
                <a:cs typeface="Arial"/>
              </a:rPr>
              <a:t> </a:t>
            </a:r>
            <a:r>
              <a:rPr dirty="0" sz="750" spc="-20">
                <a:solidFill>
                  <a:srgbClr val="ACC6DD"/>
                </a:solidFill>
                <a:latin typeface="Arial"/>
                <a:cs typeface="Arial"/>
              </a:rPr>
              <a:t>Ernlu,1t.ion,</a:t>
            </a:r>
            <a:endParaRPr sz="750">
              <a:latin typeface="Arial"/>
              <a:cs typeface="Arial"/>
            </a:endParaRPr>
          </a:p>
        </p:txBody>
      </p:sp>
      <p:sp>
        <p:nvSpPr>
          <p:cNvPr id="102" name="object 102"/>
          <p:cNvSpPr txBox="1"/>
          <p:nvPr/>
        </p:nvSpPr>
        <p:spPr>
          <a:xfrm>
            <a:off x="7497038" y="4481248"/>
            <a:ext cx="1503045" cy="1943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>
                <a:solidFill>
                  <a:srgbClr val="312F2A"/>
                </a:solidFill>
                <a:latin typeface="Arial"/>
                <a:cs typeface="Arial"/>
              </a:rPr>
              <a:t>a</a:t>
            </a:r>
            <a:r>
              <a:rPr dirty="0" sz="1100">
                <a:solidFill>
                  <a:srgbClr val="16130E"/>
                </a:solidFill>
                <a:latin typeface="Arial"/>
                <a:cs typeface="Arial"/>
              </a:rPr>
              <a:t>k</a:t>
            </a:r>
            <a:r>
              <a:rPr dirty="0" sz="1100">
                <a:solidFill>
                  <a:srgbClr val="312F2A"/>
                </a:solidFill>
                <a:latin typeface="Arial"/>
                <a:cs typeface="Arial"/>
              </a:rPr>
              <a:t>ka</a:t>
            </a:r>
            <a:r>
              <a:rPr dirty="0" sz="1100">
                <a:solidFill>
                  <a:srgbClr val="54524B"/>
                </a:solidFill>
                <a:latin typeface="Arial"/>
                <a:cs typeface="Arial"/>
              </a:rPr>
              <a:t>•i</a:t>
            </a:r>
            <a:r>
              <a:rPr dirty="0" sz="1100">
                <a:solidFill>
                  <a:srgbClr val="312F2A"/>
                </a:solidFill>
                <a:latin typeface="Arial"/>
                <a:cs typeface="Arial"/>
              </a:rPr>
              <a:t>dp-</a:t>
            </a:r>
            <a:r>
              <a:rPr dirty="0" sz="1100" spc="-10">
                <a:solidFill>
                  <a:srgbClr val="16130E"/>
                </a:solidFill>
                <a:latin typeface="Arial"/>
                <a:cs typeface="Arial"/>
              </a:rPr>
              <a:t>f</a:t>
            </a:r>
            <a:r>
              <a:rPr dirty="0" sz="1100" spc="-10">
                <a:solidFill>
                  <a:srgbClr val="312F2A"/>
                </a:solidFill>
                <a:latin typeface="Arial"/>
                <a:cs typeface="Arial"/>
              </a:rPr>
              <a:t>ramework</a:t>
            </a:r>
            <a:r>
              <a:rPr dirty="0" sz="1100" spc="-10">
                <a:solidFill>
                  <a:srgbClr val="54524B"/>
                </a:solidFill>
                <a:latin typeface="Arial"/>
                <a:cs typeface="Arial"/>
              </a:rPr>
              <a:t>.</a:t>
            </a:r>
            <a:r>
              <a:rPr dirty="0" sz="1100" spc="-10">
                <a:solidFill>
                  <a:srgbClr val="312F2A"/>
                </a:solidFill>
                <a:latin typeface="Arial"/>
                <a:cs typeface="Arial"/>
              </a:rPr>
              <a:t>jar</a:t>
            </a:r>
            <a:endParaRPr sz="1100">
              <a:latin typeface="Arial"/>
              <a:cs typeface="Arial"/>
            </a:endParaRPr>
          </a:p>
        </p:txBody>
      </p:sp>
      <p:sp>
        <p:nvSpPr>
          <p:cNvPr id="103" name="object 103"/>
          <p:cNvSpPr txBox="1"/>
          <p:nvPr/>
        </p:nvSpPr>
        <p:spPr>
          <a:xfrm>
            <a:off x="9687100" y="4162094"/>
            <a:ext cx="419100" cy="1638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900" spc="-50">
                <a:solidFill>
                  <a:srgbClr val="64625D"/>
                </a:solidFill>
                <a:latin typeface="Arial"/>
                <a:cs typeface="Arial"/>
              </a:rPr>
              <a:t>CJ)</a:t>
            </a:r>
            <a:r>
              <a:rPr dirty="0" sz="900" spc="-50">
                <a:solidFill>
                  <a:srgbClr val="44423B"/>
                </a:solidFill>
                <a:latin typeface="Arial"/>
                <a:cs typeface="Arial"/>
              </a:rPr>
              <a:t>l</a:t>
            </a:r>
            <a:r>
              <a:rPr dirty="0" sz="900" spc="-50">
                <a:solidFill>
                  <a:srgbClr val="64625D"/>
                </a:solidFill>
                <a:latin typeface="Arial"/>
                <a:cs typeface="Arial"/>
              </a:rPr>
              <a:t>ionat</a:t>
            </a:r>
            <a:endParaRPr sz="900">
              <a:latin typeface="Arial"/>
              <a:cs typeface="Arial"/>
            </a:endParaRPr>
          </a:p>
        </p:txBody>
      </p:sp>
      <p:sp>
        <p:nvSpPr>
          <p:cNvPr id="104" name="object 104"/>
          <p:cNvSpPr txBox="1"/>
          <p:nvPr/>
        </p:nvSpPr>
        <p:spPr>
          <a:xfrm>
            <a:off x="8971784" y="4993413"/>
            <a:ext cx="834390" cy="141605"/>
          </a:xfrm>
          <a:prstGeom prst="rect">
            <a:avLst/>
          </a:prstGeom>
          <a:solidFill>
            <a:srgbClr val="3A5979"/>
          </a:solidFill>
        </p:spPr>
        <p:txBody>
          <a:bodyPr wrap="square" lIns="0" tIns="5080" rIns="0" bIns="0" rtlCol="0" vert="horz">
            <a:spAutoFit/>
          </a:bodyPr>
          <a:lstStyle/>
          <a:p>
            <a:pPr>
              <a:lnSpc>
                <a:spcPts val="1070"/>
              </a:lnSpc>
              <a:spcBef>
                <a:spcPts val="40"/>
              </a:spcBef>
            </a:pPr>
            <a:r>
              <a:rPr dirty="0" sz="950" spc="-10">
                <a:solidFill>
                  <a:srgbClr val="D6E6E4"/>
                </a:solidFill>
                <a:latin typeface="Arial"/>
                <a:cs typeface="Arial"/>
              </a:rPr>
              <a:t>l</a:t>
            </a:r>
            <a:r>
              <a:rPr dirty="0" sz="950" spc="-10">
                <a:solidFill>
                  <a:srgbClr val="ACC6DD"/>
                </a:solidFill>
                <a:latin typeface="Arial"/>
                <a:cs typeface="Arial"/>
              </a:rPr>
              <a:t>mn91:6</a:t>
            </a:r>
            <a:r>
              <a:rPr dirty="0" sz="950" spc="-10">
                <a:solidFill>
                  <a:srgbClr val="D6E6E4"/>
                </a:solidFill>
                <a:latin typeface="Arial"/>
                <a:cs typeface="Arial"/>
              </a:rPr>
              <a:t>nllp</a:t>
            </a:r>
            <a:r>
              <a:rPr dirty="0" sz="950" spc="-10">
                <a:solidFill>
                  <a:srgbClr val="ACC6DD"/>
                </a:solidFill>
                <a:latin typeface="Arial"/>
                <a:cs typeface="Arial"/>
              </a:rPr>
              <a:t>cint</a:t>
            </a:r>
            <a:endParaRPr sz="950">
              <a:latin typeface="Arial"/>
              <a:cs typeface="Arial"/>
            </a:endParaRPr>
          </a:p>
        </p:txBody>
      </p:sp>
      <p:sp>
        <p:nvSpPr>
          <p:cNvPr id="105" name="object 105"/>
          <p:cNvSpPr/>
          <p:nvPr/>
        </p:nvSpPr>
        <p:spPr>
          <a:xfrm>
            <a:off x="9060942" y="5108308"/>
            <a:ext cx="655955" cy="165735"/>
          </a:xfrm>
          <a:custGeom>
            <a:avLst/>
            <a:gdLst/>
            <a:ahLst/>
            <a:cxnLst/>
            <a:rect l="l" t="t" r="r" b="b"/>
            <a:pathLst>
              <a:path w="655954" h="165735">
                <a:moveTo>
                  <a:pt x="655644" y="165454"/>
                </a:moveTo>
                <a:lnTo>
                  <a:pt x="0" y="165454"/>
                </a:lnTo>
                <a:lnTo>
                  <a:pt x="0" y="0"/>
                </a:lnTo>
                <a:lnTo>
                  <a:pt x="655644" y="0"/>
                </a:lnTo>
                <a:lnTo>
                  <a:pt x="655644" y="165454"/>
                </a:lnTo>
                <a:close/>
              </a:path>
            </a:pathLst>
          </a:custGeom>
          <a:solidFill>
            <a:srgbClr val="3A597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6" name="object 106"/>
          <p:cNvSpPr txBox="1"/>
          <p:nvPr/>
        </p:nvSpPr>
        <p:spPr>
          <a:xfrm>
            <a:off x="9048242" y="5100405"/>
            <a:ext cx="671830" cy="1714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950" spc="-10">
                <a:solidFill>
                  <a:srgbClr val="D6E6E4"/>
                </a:solidFill>
                <a:latin typeface="Arial"/>
                <a:cs typeface="Arial"/>
              </a:rPr>
              <a:t>l</a:t>
            </a:r>
            <a:r>
              <a:rPr dirty="0" sz="950" spc="-10">
                <a:solidFill>
                  <a:srgbClr val="ACC6DD"/>
                </a:solidFill>
                <a:latin typeface="Arial"/>
                <a:cs typeface="Arial"/>
              </a:rPr>
              <a:t>hnogectpd}</a:t>
            </a:r>
            <a:endParaRPr sz="950">
              <a:latin typeface="Arial"/>
              <a:cs typeface="Arial"/>
            </a:endParaRPr>
          </a:p>
        </p:txBody>
      </p:sp>
      <p:sp>
        <p:nvSpPr>
          <p:cNvPr id="107" name="object 107"/>
          <p:cNvSpPr txBox="1"/>
          <p:nvPr/>
        </p:nvSpPr>
        <p:spPr>
          <a:xfrm>
            <a:off x="7749815" y="7085541"/>
            <a:ext cx="1033144" cy="1943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spc="-90">
                <a:solidFill>
                  <a:srgbClr val="44423B"/>
                </a:solidFill>
                <a:latin typeface="Arial"/>
                <a:cs typeface="Arial"/>
              </a:rPr>
              <a:t>CmsUploadSe</a:t>
            </a:r>
            <a:r>
              <a:rPr dirty="0" sz="1100" spc="-90">
                <a:solidFill>
                  <a:srgbClr val="64625D"/>
                </a:solidFill>
                <a:latin typeface="Arial"/>
                <a:cs typeface="Arial"/>
              </a:rPr>
              <a:t>ivice</a:t>
            </a:r>
            <a:endParaRPr sz="1100">
              <a:latin typeface="Arial"/>
              <a:cs typeface="Arial"/>
            </a:endParaRPr>
          </a:p>
        </p:txBody>
      </p:sp>
      <p:sp>
        <p:nvSpPr>
          <p:cNvPr id="108" name="object 108"/>
          <p:cNvSpPr txBox="1"/>
          <p:nvPr/>
        </p:nvSpPr>
        <p:spPr>
          <a:xfrm>
            <a:off x="9429126" y="7085541"/>
            <a:ext cx="973455" cy="1943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spc="-90">
                <a:solidFill>
                  <a:srgbClr val="64625D"/>
                </a:solidFill>
                <a:latin typeface="Arial"/>
                <a:cs typeface="Arial"/>
              </a:rPr>
              <a:t>l</a:t>
            </a:r>
            <a:r>
              <a:rPr dirty="0" sz="1100" spc="-90">
                <a:solidFill>
                  <a:srgbClr val="44423B"/>
                </a:solidFill>
                <a:latin typeface="Arial"/>
                <a:cs typeface="Arial"/>
              </a:rPr>
              <a:t>nt.egra</a:t>
            </a:r>
            <a:r>
              <a:rPr dirty="0" sz="1100" spc="-90">
                <a:solidFill>
                  <a:srgbClr val="64625D"/>
                </a:solidFill>
                <a:latin typeface="Arial"/>
                <a:cs typeface="Arial"/>
              </a:rPr>
              <a:t>tionSetvice</a:t>
            </a:r>
            <a:endParaRPr sz="1100">
              <a:latin typeface="Arial"/>
              <a:cs typeface="Arial"/>
            </a:endParaRPr>
          </a:p>
        </p:txBody>
      </p:sp>
      <p:sp>
        <p:nvSpPr>
          <p:cNvPr id="109" name="object 109"/>
          <p:cNvSpPr txBox="1"/>
          <p:nvPr/>
        </p:nvSpPr>
        <p:spPr>
          <a:xfrm>
            <a:off x="10699330" y="1915253"/>
            <a:ext cx="857885" cy="11283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dirty="0" baseline="-34722" sz="10800" spc="-2775">
                <a:solidFill>
                  <a:srgbClr val="72756E"/>
                </a:solidFill>
                <a:latin typeface="Times New Roman"/>
                <a:cs typeface="Times New Roman"/>
              </a:rPr>
              <a:t>-</a:t>
            </a:r>
            <a:r>
              <a:rPr dirty="0" sz="1100" spc="40">
                <a:solidFill>
                  <a:srgbClr val="808982"/>
                </a:solidFill>
                <a:latin typeface="Arial"/>
                <a:cs typeface="Arial"/>
              </a:rPr>
              <a:t>configures</a:t>
            </a:r>
            <a:endParaRPr sz="1100">
              <a:latin typeface="Arial"/>
              <a:cs typeface="Arial"/>
            </a:endParaRPr>
          </a:p>
        </p:txBody>
      </p:sp>
      <p:sp>
        <p:nvSpPr>
          <p:cNvPr id="110" name="object 110"/>
          <p:cNvSpPr/>
          <p:nvPr/>
        </p:nvSpPr>
        <p:spPr>
          <a:xfrm>
            <a:off x="10737430" y="3421590"/>
            <a:ext cx="153035" cy="0"/>
          </a:xfrm>
          <a:custGeom>
            <a:avLst/>
            <a:gdLst/>
            <a:ahLst/>
            <a:cxnLst/>
            <a:rect l="l" t="t" r="r" b="b"/>
            <a:pathLst>
              <a:path w="153034" h="0">
                <a:moveTo>
                  <a:pt x="0" y="0"/>
                </a:moveTo>
                <a:lnTo>
                  <a:pt x="152843" y="0"/>
                </a:lnTo>
              </a:path>
            </a:pathLst>
          </a:custGeom>
          <a:ln w="12766">
            <a:solidFill>
              <a:srgbClr val="72756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1" name="object 111"/>
          <p:cNvSpPr/>
          <p:nvPr/>
        </p:nvSpPr>
        <p:spPr>
          <a:xfrm>
            <a:off x="12434653" y="2146563"/>
            <a:ext cx="89535" cy="165735"/>
          </a:xfrm>
          <a:custGeom>
            <a:avLst/>
            <a:gdLst/>
            <a:ahLst/>
            <a:cxnLst/>
            <a:rect l="l" t="t" r="r" b="b"/>
            <a:pathLst>
              <a:path w="89534" h="165735">
                <a:moveTo>
                  <a:pt x="89158" y="165454"/>
                </a:moveTo>
                <a:lnTo>
                  <a:pt x="0" y="165454"/>
                </a:lnTo>
                <a:lnTo>
                  <a:pt x="0" y="0"/>
                </a:lnTo>
                <a:lnTo>
                  <a:pt x="89158" y="0"/>
                </a:lnTo>
                <a:lnTo>
                  <a:pt x="89158" y="165454"/>
                </a:lnTo>
                <a:close/>
              </a:path>
            </a:pathLst>
          </a:custGeom>
          <a:solidFill>
            <a:srgbClr val="F2EFE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2" name="object 112"/>
          <p:cNvSpPr/>
          <p:nvPr/>
        </p:nvSpPr>
        <p:spPr>
          <a:xfrm>
            <a:off x="13991417" y="2080207"/>
            <a:ext cx="76835" cy="249554"/>
          </a:xfrm>
          <a:custGeom>
            <a:avLst/>
            <a:gdLst/>
            <a:ahLst/>
            <a:cxnLst/>
            <a:rect l="l" t="t" r="r" b="b"/>
            <a:pathLst>
              <a:path w="76834" h="249555">
                <a:moveTo>
                  <a:pt x="76421" y="249192"/>
                </a:moveTo>
                <a:lnTo>
                  <a:pt x="0" y="249192"/>
                </a:lnTo>
                <a:lnTo>
                  <a:pt x="0" y="0"/>
                </a:lnTo>
                <a:lnTo>
                  <a:pt x="76421" y="0"/>
                </a:lnTo>
                <a:lnTo>
                  <a:pt x="76421" y="249192"/>
                </a:lnTo>
                <a:close/>
              </a:path>
            </a:pathLst>
          </a:custGeom>
          <a:solidFill>
            <a:srgbClr val="F2EFE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3" name="object 113"/>
          <p:cNvSpPr/>
          <p:nvPr/>
        </p:nvSpPr>
        <p:spPr>
          <a:xfrm>
            <a:off x="15518561" y="2146563"/>
            <a:ext cx="89535" cy="165735"/>
          </a:xfrm>
          <a:custGeom>
            <a:avLst/>
            <a:gdLst/>
            <a:ahLst/>
            <a:cxnLst/>
            <a:rect l="l" t="t" r="r" b="b"/>
            <a:pathLst>
              <a:path w="89534" h="165735">
                <a:moveTo>
                  <a:pt x="89158" y="165454"/>
                </a:moveTo>
                <a:lnTo>
                  <a:pt x="0" y="165454"/>
                </a:lnTo>
                <a:lnTo>
                  <a:pt x="0" y="0"/>
                </a:lnTo>
                <a:lnTo>
                  <a:pt x="89158" y="0"/>
                </a:lnTo>
                <a:lnTo>
                  <a:pt x="89158" y="165454"/>
                </a:lnTo>
                <a:close/>
              </a:path>
            </a:pathLst>
          </a:custGeom>
          <a:solidFill>
            <a:srgbClr val="F2EFE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4" name="object 114"/>
          <p:cNvSpPr/>
          <p:nvPr/>
        </p:nvSpPr>
        <p:spPr>
          <a:xfrm>
            <a:off x="12045763" y="3868405"/>
            <a:ext cx="153035" cy="0"/>
          </a:xfrm>
          <a:custGeom>
            <a:avLst/>
            <a:gdLst/>
            <a:ahLst/>
            <a:cxnLst/>
            <a:rect l="l" t="t" r="r" b="b"/>
            <a:pathLst>
              <a:path w="153034" h="0">
                <a:moveTo>
                  <a:pt x="0" y="0"/>
                </a:moveTo>
                <a:lnTo>
                  <a:pt x="152843" y="0"/>
                </a:lnTo>
              </a:path>
            </a:pathLst>
          </a:custGeom>
          <a:ln w="12766">
            <a:solidFill>
              <a:srgbClr val="9A9E9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5" name="object 115"/>
          <p:cNvSpPr/>
          <p:nvPr/>
        </p:nvSpPr>
        <p:spPr>
          <a:xfrm>
            <a:off x="13317633" y="3996067"/>
            <a:ext cx="191135" cy="0"/>
          </a:xfrm>
          <a:custGeom>
            <a:avLst/>
            <a:gdLst/>
            <a:ahLst/>
            <a:cxnLst/>
            <a:rect l="l" t="t" r="r" b="b"/>
            <a:pathLst>
              <a:path w="191134" h="0">
                <a:moveTo>
                  <a:pt x="0" y="0"/>
                </a:moveTo>
                <a:lnTo>
                  <a:pt x="191053" y="0"/>
                </a:lnTo>
              </a:path>
            </a:pathLst>
          </a:custGeom>
          <a:ln w="12766">
            <a:solidFill>
              <a:srgbClr val="9A9E97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116" name="object 116"/>
          <p:cNvGraphicFramePr>
            <a:graphicFrameLocks noGrp="1"/>
          </p:cNvGraphicFramePr>
          <p:nvPr/>
        </p:nvGraphicFramePr>
        <p:xfrm>
          <a:off x="11756176" y="1449221"/>
          <a:ext cx="5553075" cy="28460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72154"/>
                <a:gridCol w="255904"/>
                <a:gridCol w="1203325"/>
                <a:gridCol w="719454"/>
              </a:tblGrid>
              <a:tr h="191135">
                <a:tc>
                  <a:txBody>
                    <a:bodyPr/>
                    <a:lstStyle/>
                    <a:p>
                      <a:pPr algn="ctr" marR="825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100" spc="-10" b="1">
                          <a:solidFill>
                            <a:srgbClr val="312F2A"/>
                          </a:solidFill>
                          <a:latin typeface="Arial"/>
                          <a:cs typeface="Arial"/>
                        </a:rPr>
                        <a:t>Pac</a:t>
                      </a:r>
                      <a:r>
                        <a:rPr dirty="0" sz="1100" spc="-10" b="1">
                          <a:solidFill>
                            <a:srgbClr val="16130E"/>
                          </a:solidFill>
                          <a:latin typeface="Arial"/>
                          <a:cs typeface="Arial"/>
                        </a:rPr>
                        <a:t>k</a:t>
                      </a:r>
                      <a:r>
                        <a:rPr dirty="0" sz="1100" spc="-10" b="1">
                          <a:solidFill>
                            <a:srgbClr val="312F2A"/>
                          </a:solidFill>
                          <a:latin typeface="Arial"/>
                          <a:cs typeface="Arial"/>
                        </a:rPr>
                        <a:t>age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635">
                    <a:lnL w="28575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0">
                        <a:lnSpc>
                          <a:spcPts val="1400"/>
                        </a:lnSpc>
                        <a:spcBef>
                          <a:spcPts val="5"/>
                        </a:spcBef>
                      </a:pPr>
                      <a:r>
                        <a:rPr dirty="0" sz="1400" spc="-25">
                          <a:solidFill>
                            <a:srgbClr val="9A9E97"/>
                          </a:solidFill>
                          <a:latin typeface="Times New Roman"/>
                          <a:cs typeface="Times New Roman"/>
                        </a:rPr>
                        <a:t>'\.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35"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654935">
                <a:tc>
                  <a:txBody>
                    <a:bodyPr/>
                    <a:lstStyle/>
                    <a:p>
                      <a:pPr marL="1551305">
                        <a:lnSpc>
                          <a:spcPts val="1900"/>
                        </a:lnSpc>
                        <a:spcBef>
                          <a:spcPts val="665"/>
                        </a:spcBef>
                        <a:tabLst>
                          <a:tab pos="3155950" algn="l"/>
                        </a:tabLst>
                      </a:pPr>
                      <a:r>
                        <a:rPr dirty="0" sz="950" spc="-50">
                          <a:solidFill>
                            <a:srgbClr val="9A9E97"/>
                          </a:solidFill>
                          <a:latin typeface="Arial"/>
                          <a:cs typeface="Arial"/>
                        </a:rPr>
                        <a:t>�</a:t>
                      </a:r>
                      <a:r>
                        <a:rPr dirty="0" sz="950">
                          <a:solidFill>
                            <a:srgbClr val="9A9E97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950" spc="-95">
                          <a:solidFill>
                            <a:srgbClr val="9A9E97"/>
                          </a:solidFill>
                          <a:latin typeface="Arial"/>
                          <a:cs typeface="Arial"/>
                        </a:rPr>
                        <a:t>�</a:t>
                      </a:r>
                      <a:endParaRPr sz="950">
                        <a:latin typeface="Arial"/>
                        <a:cs typeface="Arial"/>
                      </a:endParaRPr>
                    </a:p>
                    <a:p>
                      <a:pPr marL="665480">
                        <a:lnSpc>
                          <a:spcPts val="3695"/>
                        </a:lnSpc>
                        <a:tabLst>
                          <a:tab pos="2059939" algn="l"/>
                        </a:tabLst>
                      </a:pPr>
                      <a:r>
                        <a:rPr dirty="0" sz="950" spc="55">
                          <a:solidFill>
                            <a:srgbClr val="B3B3AC"/>
                          </a:solidFill>
                          <a:latin typeface="Arial"/>
                          <a:cs typeface="Arial"/>
                        </a:rPr>
                        <a:t>D</a:t>
                      </a:r>
                      <a:r>
                        <a:rPr dirty="0" sz="950" spc="20">
                          <a:solidFill>
                            <a:srgbClr val="B3B3A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50" spc="-10">
                          <a:solidFill>
                            <a:srgbClr val="9A9E97"/>
                          </a:solidFill>
                          <a:latin typeface="Arial"/>
                          <a:cs typeface="Arial"/>
                        </a:rPr>
                        <a:t>c</a:t>
                      </a:r>
                      <a:r>
                        <a:rPr dirty="0" sz="950" spc="-10">
                          <a:solidFill>
                            <a:srgbClr val="808982"/>
                          </a:solidFill>
                          <a:latin typeface="Arial"/>
                          <a:cs typeface="Arial"/>
                        </a:rPr>
                        <a:t>onfig,json</a:t>
                      </a:r>
                      <a:r>
                        <a:rPr dirty="0" sz="950">
                          <a:solidFill>
                            <a:srgbClr val="808982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baseline="-39737" sz="10800" spc="-1695">
                          <a:solidFill>
                            <a:srgbClr val="64625D"/>
                          </a:solidFill>
                          <a:latin typeface="Arial"/>
                          <a:cs typeface="Arial"/>
                        </a:rPr>
                        <a:t>-</a:t>
                      </a:r>
                      <a:r>
                        <a:rPr dirty="0" sz="1450">
                          <a:solidFill>
                            <a:srgbClr val="B3B3AC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sz="1450" spc="-120">
                          <a:solidFill>
                            <a:srgbClr val="B3B3AC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baseline="-39737" sz="10800" spc="-3600">
                          <a:solidFill>
                            <a:srgbClr val="64625D"/>
                          </a:solidFill>
                          <a:latin typeface="Arial"/>
                          <a:cs typeface="Arial"/>
                        </a:rPr>
                        <a:t>-</a:t>
                      </a:r>
                      <a:r>
                        <a:rPr dirty="0" sz="950" spc="-10">
                          <a:solidFill>
                            <a:srgbClr val="808982"/>
                          </a:solidFill>
                          <a:latin typeface="Arial"/>
                          <a:cs typeface="Arial"/>
                        </a:rPr>
                        <a:t>prompts</a:t>
                      </a:r>
                      <a:r>
                        <a:rPr dirty="0" sz="950" spc="-10">
                          <a:solidFill>
                            <a:srgbClr val="9A9E97"/>
                          </a:solidFill>
                          <a:latin typeface="Arial"/>
                          <a:cs typeface="Arial"/>
                        </a:rPr>
                        <a:t>!"</a:t>
                      </a:r>
                      <a:r>
                        <a:rPr dirty="0" sz="950" spc="-10">
                          <a:solidFill>
                            <a:srgbClr val="72756E"/>
                          </a:solidFill>
                          <a:latin typeface="Arial"/>
                          <a:cs typeface="Arial"/>
                        </a:rPr>
                        <a:t>.txl</a:t>
                      </a:r>
                      <a:endParaRPr sz="950">
                        <a:latin typeface="Arial"/>
                        <a:cs typeface="Arial"/>
                      </a:endParaRPr>
                    </a:p>
                    <a:p>
                      <a:pPr marL="485140">
                        <a:lnSpc>
                          <a:spcPts val="969"/>
                        </a:lnSpc>
                        <a:spcBef>
                          <a:spcPts val="225"/>
                        </a:spcBef>
                        <a:tabLst>
                          <a:tab pos="2079625" algn="l"/>
                        </a:tabLst>
                      </a:pPr>
                      <a:r>
                        <a:rPr dirty="0" sz="950" spc="-95">
                          <a:solidFill>
                            <a:srgbClr val="54524B"/>
                          </a:solidFill>
                          <a:latin typeface="Arial"/>
                          <a:cs typeface="Arial"/>
                        </a:rPr>
                        <a:t>...........ment</a:t>
                      </a:r>
                      <a:r>
                        <a:rPr dirty="0" sz="950" spc="-45">
                          <a:solidFill>
                            <a:srgbClr val="54524B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50" spc="-10">
                          <a:solidFill>
                            <a:srgbClr val="54524B"/>
                          </a:solidFill>
                          <a:latin typeface="Arial"/>
                          <a:cs typeface="Arial"/>
                        </a:rPr>
                        <a:t>tyoes</a:t>
                      </a:r>
                      <a:r>
                        <a:rPr dirty="0" sz="950">
                          <a:solidFill>
                            <a:srgbClr val="54524B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750" spc="-25">
                          <a:solidFill>
                            <a:srgbClr val="64625D"/>
                          </a:solidFill>
                          <a:latin typeface="Arial"/>
                          <a:cs typeface="Arial"/>
                        </a:rPr>
                        <a:t>.......</a:t>
                      </a:r>
                      <a:r>
                        <a:rPr dirty="0" sz="750" spc="-25">
                          <a:solidFill>
                            <a:srgbClr val="44423B"/>
                          </a:solidFill>
                          <a:latin typeface="Arial"/>
                          <a:cs typeface="Arial"/>
                        </a:rPr>
                        <a:t>.</a:t>
                      </a:r>
                      <a:r>
                        <a:rPr dirty="0" sz="750" spc="90">
                          <a:solidFill>
                            <a:srgbClr val="44423B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>
                          <a:solidFill>
                            <a:srgbClr val="64625D"/>
                          </a:solidFill>
                          <a:latin typeface="Arial"/>
                          <a:cs typeface="Arial"/>
                        </a:rPr>
                        <a:t>ptOmpts</a:t>
                      </a:r>
                      <a:r>
                        <a:rPr dirty="0" sz="750" spc="-45">
                          <a:solidFill>
                            <a:srgbClr val="64625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 spc="-25">
                          <a:solidFill>
                            <a:srgbClr val="64625D"/>
                          </a:solidFill>
                          <a:latin typeface="Arial"/>
                          <a:cs typeface="Arial"/>
                        </a:rPr>
                        <a:t>""</a:t>
                      </a:r>
                      <a:endParaRPr sz="750">
                        <a:latin typeface="Arial"/>
                        <a:cs typeface="Arial"/>
                      </a:endParaRPr>
                    </a:p>
                    <a:p>
                      <a:pPr marL="483870">
                        <a:lnSpc>
                          <a:spcPts val="969"/>
                        </a:lnSpc>
                      </a:pPr>
                      <a:r>
                        <a:rPr dirty="0" sz="950" spc="-10">
                          <a:solidFill>
                            <a:srgbClr val="54524B"/>
                          </a:solidFill>
                          <a:latin typeface="Arial"/>
                          <a:cs typeface="Arial"/>
                        </a:rPr>
                        <a:t>Agent</a:t>
                      </a:r>
                      <a:r>
                        <a:rPr dirty="0" sz="950" spc="-10">
                          <a:solidFill>
                            <a:srgbClr val="64625D"/>
                          </a:solidFill>
                          <a:latin typeface="Arial"/>
                          <a:cs typeface="Arial"/>
                        </a:rPr>
                        <a:t>wl(M;gs</a:t>
                      </a:r>
                      <a:endParaRPr sz="950">
                        <a:latin typeface="Arial"/>
                        <a:cs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algn="r" marL="151765" marR="102235" indent="-151765">
                        <a:lnSpc>
                          <a:spcPts val="120"/>
                        </a:lnSpc>
                        <a:buClr>
                          <a:srgbClr val="808982"/>
                        </a:buClr>
                        <a:buChar char="•"/>
                        <a:tabLst>
                          <a:tab pos="151765" algn="l"/>
                        </a:tabLst>
                      </a:pPr>
                      <a:r>
                        <a:rPr dirty="0" sz="1200" spc="-10">
                          <a:solidFill>
                            <a:srgbClr val="54524B"/>
                          </a:solidFill>
                          <a:latin typeface="Arial"/>
                          <a:cs typeface="Arial"/>
                        </a:rPr>
                        <a:t>l</a:t>
                      </a:r>
                      <a:r>
                        <a:rPr dirty="0" sz="1200" spc="-10">
                          <a:solidFill>
                            <a:srgbClr val="312F2A"/>
                          </a:solidFill>
                          <a:latin typeface="Arial"/>
                          <a:cs typeface="Arial"/>
                        </a:rPr>
                        <a:t>dp-config/</a:t>
                      </a:r>
                      <a:endParaRPr sz="1200">
                        <a:latin typeface="Arial"/>
                        <a:cs typeface="Arial"/>
                      </a:endParaRPr>
                    </a:p>
                    <a:p>
                      <a:pPr algn="ctr" marL="219075">
                        <a:lnSpc>
                          <a:spcPts val="5795"/>
                        </a:lnSpc>
                        <a:tabLst>
                          <a:tab pos="1490345" algn="l"/>
                          <a:tab pos="3098165" algn="l"/>
                        </a:tabLst>
                      </a:pPr>
                      <a:r>
                        <a:rPr dirty="0" baseline="-23504" sz="7800" spc="-75">
                          <a:solidFill>
                            <a:srgbClr val="9A9E97"/>
                          </a:solidFill>
                          <a:latin typeface="Times New Roman"/>
                          <a:cs typeface="Times New Roman"/>
                        </a:rPr>
                        <a:t>[</a:t>
                      </a:r>
                      <a:r>
                        <a:rPr dirty="0" baseline="-23504" sz="7800">
                          <a:solidFill>
                            <a:srgbClr val="9A9E97"/>
                          </a:solidFill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baseline="-26533" sz="10050" spc="-1492">
                          <a:solidFill>
                            <a:srgbClr val="9A9E97"/>
                          </a:solidFill>
                          <a:latin typeface="Times New Roman"/>
                          <a:cs typeface="Times New Roman"/>
                        </a:rPr>
                        <a:t>J</a:t>
                      </a:r>
                      <a:r>
                        <a:rPr dirty="0" baseline="-26533" sz="10050">
                          <a:solidFill>
                            <a:srgbClr val="9A9E97"/>
                          </a:solidFill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950" spc="-395">
                          <a:solidFill>
                            <a:srgbClr val="9A9E97"/>
                          </a:solidFill>
                          <a:latin typeface="Arial"/>
                          <a:cs typeface="Arial"/>
                        </a:rPr>
                        <a:t>�</a:t>
                      </a:r>
                      <a:endParaRPr sz="950">
                        <a:latin typeface="Arial"/>
                        <a:cs typeface="Arial"/>
                      </a:endParaRPr>
                    </a:p>
                    <a:p>
                      <a:pPr marL="669925">
                        <a:lnSpc>
                          <a:spcPts val="755"/>
                        </a:lnSpc>
                        <a:tabLst>
                          <a:tab pos="2147570" algn="l"/>
                        </a:tabLst>
                      </a:pPr>
                      <a:r>
                        <a:rPr dirty="0" sz="1100" spc="-30">
                          <a:solidFill>
                            <a:srgbClr val="9A9E97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dirty="0" sz="1100" spc="65">
                          <a:solidFill>
                            <a:srgbClr val="9A9E97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spc="-10">
                          <a:solidFill>
                            <a:srgbClr val="808982"/>
                          </a:solidFill>
                          <a:latin typeface="Arial"/>
                          <a:cs typeface="Arial"/>
                        </a:rPr>
                        <a:t>rule</a:t>
                      </a:r>
                      <a:r>
                        <a:rPr dirty="0" sz="1100" spc="-10">
                          <a:solidFill>
                            <a:srgbClr val="9A9E97"/>
                          </a:solidFill>
                          <a:latin typeface="Arial"/>
                          <a:cs typeface="Arial"/>
                        </a:rPr>
                        <a:t>s/1j'son</a:t>
                      </a:r>
                      <a:r>
                        <a:rPr dirty="0" sz="1100">
                          <a:solidFill>
                            <a:srgbClr val="9A9E97"/>
                          </a:solidFill>
                          <a:latin typeface="Arial"/>
                          <a:cs typeface="Arial"/>
                        </a:rPr>
                        <a:t>	o</a:t>
                      </a:r>
                      <a:r>
                        <a:rPr dirty="0" sz="1100" spc="40">
                          <a:solidFill>
                            <a:srgbClr val="9A9E97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spc="-10">
                          <a:solidFill>
                            <a:srgbClr val="808982"/>
                          </a:solidFill>
                          <a:latin typeface="Arial"/>
                          <a:cs typeface="Arial"/>
                        </a:rPr>
                        <a:t>pay</a:t>
                      </a:r>
                      <a:r>
                        <a:rPr dirty="0" sz="1100" spc="-10">
                          <a:solidFill>
                            <a:srgbClr val="9A9E97"/>
                          </a:solidFill>
                          <a:latin typeface="Arial"/>
                          <a:cs typeface="Arial"/>
                        </a:rPr>
                        <a:t>l</a:t>
                      </a:r>
                      <a:r>
                        <a:rPr dirty="0" sz="1100" spc="-10">
                          <a:solidFill>
                            <a:srgbClr val="808982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dirty="0" sz="1100" spc="-10">
                          <a:solidFill>
                            <a:srgbClr val="9A9E97"/>
                          </a:solidFill>
                          <a:latin typeface="Arial"/>
                          <a:cs typeface="Arial"/>
                        </a:rPr>
                        <a:t>ads:!•Js</a:t>
                      </a:r>
                      <a:r>
                        <a:rPr dirty="0" sz="1100" spc="-10">
                          <a:solidFill>
                            <a:srgbClr val="808982"/>
                          </a:solidFill>
                          <a:latin typeface="Arial"/>
                          <a:cs typeface="Arial"/>
                        </a:rPr>
                        <a:t>on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algn="ctr" marL="173355">
                        <a:lnSpc>
                          <a:spcPts val="2425"/>
                        </a:lnSpc>
                        <a:spcBef>
                          <a:spcPts val="245"/>
                        </a:spcBef>
                        <a:tabLst>
                          <a:tab pos="1749425" algn="l"/>
                        </a:tabLst>
                      </a:pPr>
                      <a:r>
                        <a:rPr dirty="0" sz="1050" spc="-10">
                          <a:solidFill>
                            <a:srgbClr val="64625D"/>
                          </a:solidFill>
                          <a:latin typeface="Arial"/>
                          <a:cs typeface="Arial"/>
                        </a:rPr>
                        <a:t>Posfoocsesslng</a:t>
                      </a:r>
                      <a:r>
                        <a:rPr dirty="0" sz="1050">
                          <a:solidFill>
                            <a:srgbClr val="64625D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baseline="-14814" sz="3375" spc="-1042">
                          <a:solidFill>
                            <a:srgbClr val="54524B"/>
                          </a:solidFill>
                          <a:latin typeface="Arial"/>
                          <a:cs typeface="Arial"/>
                        </a:rPr>
                        <a:t>,</a:t>
                      </a:r>
                      <a:r>
                        <a:rPr dirty="0" sz="850" spc="-405">
                          <a:solidFill>
                            <a:srgbClr val="64625D"/>
                          </a:solidFill>
                          <a:latin typeface="Arial"/>
                          <a:cs typeface="Arial"/>
                        </a:rPr>
                        <a:t>�</a:t>
                      </a:r>
                      <a:r>
                        <a:rPr dirty="0" baseline="-14814" sz="3375" spc="-270">
                          <a:solidFill>
                            <a:srgbClr val="54524B"/>
                          </a:solidFill>
                          <a:latin typeface="Arial"/>
                          <a:cs typeface="Arial"/>
                        </a:rPr>
                        <a:t>.</a:t>
                      </a:r>
                      <a:r>
                        <a:rPr dirty="0" sz="850" spc="-700">
                          <a:solidFill>
                            <a:srgbClr val="64625D"/>
                          </a:solidFill>
                          <a:latin typeface="Arial"/>
                          <a:cs typeface="Arial"/>
                        </a:rPr>
                        <a:t>�</a:t>
                      </a:r>
                      <a:r>
                        <a:rPr dirty="0" baseline="-14814" sz="3375" spc="-157">
                          <a:solidFill>
                            <a:srgbClr val="54524B"/>
                          </a:solidFill>
                          <a:latin typeface="Arial"/>
                          <a:cs typeface="Arial"/>
                        </a:rPr>
                        <a:t>.</a:t>
                      </a:r>
                      <a:r>
                        <a:rPr dirty="0" baseline="-14814" sz="3375" spc="-345">
                          <a:solidFill>
                            <a:srgbClr val="54524B"/>
                          </a:solidFill>
                          <a:latin typeface="Arial"/>
                          <a:cs typeface="Arial"/>
                        </a:rPr>
                        <a:t>,</a:t>
                      </a:r>
                      <a:r>
                        <a:rPr dirty="0" sz="850" spc="-325">
                          <a:solidFill>
                            <a:srgbClr val="64625D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dirty="0" baseline="-14814" sz="3375" spc="-480">
                          <a:solidFill>
                            <a:srgbClr val="54524B"/>
                          </a:solidFill>
                          <a:latin typeface="Arial"/>
                          <a:cs typeface="Arial"/>
                        </a:rPr>
                        <a:t>,</a:t>
                      </a:r>
                      <a:r>
                        <a:rPr dirty="0" sz="850" spc="-550">
                          <a:solidFill>
                            <a:srgbClr val="64625D"/>
                          </a:solidFill>
                          <a:latin typeface="Arial"/>
                          <a:cs typeface="Arial"/>
                        </a:rPr>
                        <a:t>&amp;</a:t>
                      </a:r>
                      <a:r>
                        <a:rPr dirty="0" baseline="-14814" sz="3375" spc="-157">
                          <a:solidFill>
                            <a:srgbClr val="54524B"/>
                          </a:solidFill>
                          <a:latin typeface="Arial"/>
                          <a:cs typeface="Arial"/>
                        </a:rPr>
                        <a:t>.</a:t>
                      </a:r>
                      <a:r>
                        <a:rPr dirty="0" baseline="-14814" sz="3375" spc="-742">
                          <a:solidFill>
                            <a:srgbClr val="54524B"/>
                          </a:solidFill>
                          <a:latin typeface="Arial"/>
                          <a:cs typeface="Arial"/>
                        </a:rPr>
                        <a:t>.</a:t>
                      </a:r>
                      <a:r>
                        <a:rPr dirty="0" sz="850" spc="-365">
                          <a:solidFill>
                            <a:srgbClr val="64625D"/>
                          </a:solidFill>
                          <a:latin typeface="Arial"/>
                          <a:cs typeface="Arial"/>
                        </a:rPr>
                        <a:t>b</a:t>
                      </a:r>
                      <a:r>
                        <a:rPr dirty="0" baseline="-14814" sz="3375" spc="-345">
                          <a:solidFill>
                            <a:srgbClr val="54524B"/>
                          </a:solidFill>
                          <a:latin typeface="Arial"/>
                          <a:cs typeface="Arial"/>
                        </a:rPr>
                        <a:t>,</a:t>
                      </a:r>
                      <a:r>
                        <a:rPr dirty="0" sz="850" spc="-509">
                          <a:solidFill>
                            <a:srgbClr val="64625D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dirty="0" baseline="-14814" sz="3375" spc="-157">
                          <a:solidFill>
                            <a:srgbClr val="54524B"/>
                          </a:solidFill>
                          <a:latin typeface="Arial"/>
                          <a:cs typeface="Arial"/>
                        </a:rPr>
                        <a:t>.</a:t>
                      </a:r>
                      <a:r>
                        <a:rPr dirty="0" baseline="-14814" sz="3375" spc="-885">
                          <a:solidFill>
                            <a:srgbClr val="54524B"/>
                          </a:solidFill>
                          <a:latin typeface="Arial"/>
                          <a:cs typeface="Arial"/>
                        </a:rPr>
                        <a:t>.</a:t>
                      </a:r>
                      <a:r>
                        <a:rPr dirty="0" sz="850" spc="-95">
                          <a:solidFill>
                            <a:srgbClr val="64625D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dirty="0" sz="850" spc="-70">
                          <a:solidFill>
                            <a:srgbClr val="64625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50" spc="-10" i="1">
                          <a:solidFill>
                            <a:srgbClr val="54524B"/>
                          </a:solidFill>
                          <a:latin typeface="Verdana"/>
                          <a:cs typeface="Verdana"/>
                        </a:rPr>
                        <a:t>pay..,_,</a:t>
                      </a:r>
                      <a:endParaRPr sz="850">
                        <a:latin typeface="Verdana"/>
                        <a:cs typeface="Verdana"/>
                      </a:endParaRPr>
                    </a:p>
                    <a:p>
                      <a:pPr marL="495300">
                        <a:lnSpc>
                          <a:spcPts val="805"/>
                        </a:lnSpc>
                      </a:pPr>
                      <a:r>
                        <a:rPr dirty="0" sz="900" spc="40">
                          <a:solidFill>
                            <a:srgbClr val="64625D"/>
                          </a:solidFill>
                          <a:latin typeface="Times New Roman"/>
                          <a:cs typeface="Times New Roman"/>
                        </a:rPr>
                        <a:t>t"5beS5</a:t>
                      </a:r>
                      <a:r>
                        <a:rPr dirty="0" sz="800" spc="40">
                          <a:solidFill>
                            <a:srgbClr val="54524B"/>
                          </a:solidFill>
                          <a:latin typeface="Times New Roman"/>
                          <a:cs typeface="Times New Roman"/>
                        </a:rPr>
                        <a:t>mill$</a:t>
                      </a: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4455">
                    <a:lnL w="28575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000000"/>
                      </a:solidFill>
                      <a:prstDash val="solid"/>
                    </a:lnT>
                    <a:lnB w="571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marL="476884">
                        <a:lnSpc>
                          <a:spcPts val="900"/>
                        </a:lnSpc>
                      </a:pPr>
                      <a:r>
                        <a:rPr dirty="0" sz="950" spc="10">
                          <a:solidFill>
                            <a:srgbClr val="D3D1CC"/>
                          </a:solidFill>
                          <a:latin typeface="Arial"/>
                          <a:cs typeface="Arial"/>
                        </a:rPr>
                        <a:t>l!t</a:t>
                      </a:r>
                      <a:r>
                        <a:rPr dirty="0" sz="950" spc="10">
                          <a:solidFill>
                            <a:srgbClr val="808982"/>
                          </a:solidFill>
                          <a:latin typeface="Arial"/>
                          <a:cs typeface="Arial"/>
                        </a:rPr>
                        <a:t>schema</a:t>
                      </a:r>
                      <a:r>
                        <a:rPr dirty="0" sz="950" spc="10">
                          <a:solidFill>
                            <a:srgbClr val="9A9E97"/>
                          </a:solidFill>
                          <a:latin typeface="Arial"/>
                          <a:cs typeface="Arial"/>
                        </a:rPr>
                        <a:t>s/'</a:t>
                      </a:r>
                      <a:r>
                        <a:rPr dirty="0" sz="950" spc="20">
                          <a:solidFill>
                            <a:srgbClr val="9A9E97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50" spc="-20">
                          <a:solidFill>
                            <a:srgbClr val="9A9E97"/>
                          </a:solidFill>
                          <a:latin typeface="Arial"/>
                          <a:cs typeface="Arial"/>
                        </a:rPr>
                        <a:t>J</a:t>
                      </a:r>
                      <a:r>
                        <a:rPr dirty="0" sz="950" spc="-20">
                          <a:solidFill>
                            <a:srgbClr val="808982"/>
                          </a:solidFill>
                          <a:latin typeface="Arial"/>
                          <a:cs typeface="Arial"/>
                        </a:rPr>
                        <a:t>son</a:t>
                      </a:r>
                      <a:endParaRPr sz="950">
                        <a:latin typeface="Arial"/>
                        <a:cs typeface="Arial"/>
                      </a:endParaRPr>
                    </a:p>
                    <a:p>
                      <a:pPr marL="379095">
                        <a:lnSpc>
                          <a:spcPts val="3120"/>
                        </a:lnSpc>
                      </a:pPr>
                      <a:r>
                        <a:rPr dirty="0" baseline="-9920" sz="4200" spc="-914">
                          <a:solidFill>
                            <a:srgbClr val="54524B"/>
                          </a:solidFill>
                          <a:latin typeface="Arial"/>
                          <a:cs typeface="Arial"/>
                        </a:rPr>
                        <a:t>,</a:t>
                      </a:r>
                      <a:r>
                        <a:rPr dirty="0" sz="850" spc="65">
                          <a:solidFill>
                            <a:srgbClr val="54524B"/>
                          </a:solidFill>
                          <a:latin typeface="Arial"/>
                          <a:cs typeface="Arial"/>
                        </a:rPr>
                        <a:t>�</a:t>
                      </a:r>
                      <a:r>
                        <a:rPr dirty="0" sz="850" spc="-125">
                          <a:solidFill>
                            <a:srgbClr val="54524B"/>
                          </a:solidFill>
                          <a:latin typeface="Arial"/>
                          <a:cs typeface="Arial"/>
                        </a:rPr>
                        <a:t>,</a:t>
                      </a:r>
                      <a:r>
                        <a:rPr dirty="0" baseline="-9920" sz="4200" spc="-787">
                          <a:solidFill>
                            <a:srgbClr val="54524B"/>
                          </a:solidFill>
                          <a:latin typeface="Arial"/>
                          <a:cs typeface="Arial"/>
                        </a:rPr>
                        <a:t>.</a:t>
                      </a:r>
                      <a:r>
                        <a:rPr dirty="0" sz="850" spc="65">
                          <a:solidFill>
                            <a:srgbClr val="54524B"/>
                          </a:solidFill>
                          <a:latin typeface="Arial"/>
                          <a:cs typeface="Arial"/>
                        </a:rPr>
                        <a:t>t</a:t>
                      </a:r>
                      <a:r>
                        <a:rPr dirty="0" sz="850" spc="-45">
                          <a:solidFill>
                            <a:srgbClr val="54524B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dirty="0" baseline="-9920" sz="4200" spc="-914">
                          <a:solidFill>
                            <a:srgbClr val="54524B"/>
                          </a:solidFill>
                          <a:latin typeface="Arial"/>
                          <a:cs typeface="Arial"/>
                        </a:rPr>
                        <a:t>.</a:t>
                      </a:r>
                      <a:r>
                        <a:rPr dirty="0" sz="850" spc="65">
                          <a:solidFill>
                            <a:srgbClr val="54524B"/>
                          </a:solidFill>
                          <a:latin typeface="Arial"/>
                          <a:cs typeface="Arial"/>
                        </a:rPr>
                        <a:t>di</a:t>
                      </a:r>
                      <a:r>
                        <a:rPr dirty="0" sz="850" spc="-390">
                          <a:solidFill>
                            <a:srgbClr val="54524B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dirty="0" baseline="-9920" sz="4200" spc="-405">
                          <a:solidFill>
                            <a:srgbClr val="54524B"/>
                          </a:solidFill>
                          <a:latin typeface="Arial"/>
                          <a:cs typeface="Arial"/>
                        </a:rPr>
                        <a:t>,</a:t>
                      </a:r>
                      <a:r>
                        <a:rPr dirty="0" sz="850" spc="-70">
                          <a:solidFill>
                            <a:srgbClr val="54524B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dirty="0" baseline="-9920" sz="4200" spc="-2010">
                          <a:solidFill>
                            <a:srgbClr val="54524B"/>
                          </a:solidFill>
                          <a:latin typeface="Arial"/>
                          <a:cs typeface="Arial"/>
                        </a:rPr>
                        <a:t>_</a:t>
                      </a:r>
                      <a:r>
                        <a:rPr dirty="0" sz="900" spc="60">
                          <a:solidFill>
                            <a:srgbClr val="64625D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dirty="0" sz="900" spc="75">
                          <a:solidFill>
                            <a:srgbClr val="64625D"/>
                          </a:solidFill>
                          <a:latin typeface="Arial"/>
                          <a:cs typeface="Arial"/>
                        </a:rPr>
                        <a:t>u</a:t>
                      </a:r>
                      <a:r>
                        <a:rPr dirty="0" sz="900" spc="70">
                          <a:solidFill>
                            <a:srgbClr val="44423B"/>
                          </a:solidFill>
                          <a:latin typeface="Arial"/>
                          <a:cs typeface="Arial"/>
                        </a:rPr>
                        <a:t>l</a:t>
                      </a:r>
                      <a:r>
                        <a:rPr dirty="0" sz="900" spc="60">
                          <a:solidFill>
                            <a:srgbClr val="44423B"/>
                          </a:solidFill>
                          <a:latin typeface="Arial"/>
                          <a:cs typeface="Arial"/>
                        </a:rPr>
                        <a:t>p</a:t>
                      </a:r>
                      <a:r>
                        <a:rPr dirty="0" sz="900" spc="75">
                          <a:solidFill>
                            <a:srgbClr val="44423B"/>
                          </a:solidFill>
                          <a:latin typeface="Arial"/>
                          <a:cs typeface="Arial"/>
                        </a:rPr>
                        <a:t>u</a:t>
                      </a:r>
                      <a:r>
                        <a:rPr dirty="0" sz="900" spc="70">
                          <a:solidFill>
                            <a:srgbClr val="44423B"/>
                          </a:solidFill>
                          <a:latin typeface="Arial"/>
                          <a:cs typeface="Arial"/>
                        </a:rPr>
                        <a:t>l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28575">
                      <a:solidFill>
                        <a:srgbClr val="000000"/>
                      </a:solidFill>
                      <a:prstDash val="solid"/>
                    </a:lnT>
                    <a:lnB w="571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29845">
                        <a:lnSpc>
                          <a:spcPct val="100000"/>
                        </a:lnSpc>
                      </a:pPr>
                      <a:r>
                        <a:rPr dirty="0" sz="1000" spc="-25">
                          <a:solidFill>
                            <a:srgbClr val="9A9E97"/>
                          </a:solidFill>
                          <a:latin typeface="Arial"/>
                          <a:cs typeface="Arial"/>
                        </a:rPr>
                        <a:t>t.: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7" name="object 117"/>
          <p:cNvSpPr/>
          <p:nvPr/>
        </p:nvSpPr>
        <p:spPr>
          <a:xfrm>
            <a:off x="12112810" y="1927952"/>
            <a:ext cx="1350645" cy="0"/>
          </a:xfrm>
          <a:custGeom>
            <a:avLst/>
            <a:gdLst/>
            <a:ahLst/>
            <a:cxnLst/>
            <a:rect l="l" t="t" r="r" b="b"/>
            <a:pathLst>
              <a:path w="1350644" h="0">
                <a:moveTo>
                  <a:pt x="0" y="0"/>
                </a:moveTo>
                <a:lnTo>
                  <a:pt x="1350113" y="0"/>
                </a:lnTo>
              </a:path>
            </a:pathLst>
          </a:custGeom>
          <a:ln w="2553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8" name="object 118"/>
          <p:cNvSpPr/>
          <p:nvPr/>
        </p:nvSpPr>
        <p:spPr>
          <a:xfrm>
            <a:off x="13704924" y="1927952"/>
            <a:ext cx="1363345" cy="0"/>
          </a:xfrm>
          <a:custGeom>
            <a:avLst/>
            <a:gdLst/>
            <a:ahLst/>
            <a:cxnLst/>
            <a:rect l="l" t="t" r="r" b="b"/>
            <a:pathLst>
              <a:path w="1363344" h="0">
                <a:moveTo>
                  <a:pt x="0" y="0"/>
                </a:moveTo>
                <a:lnTo>
                  <a:pt x="1362850" y="0"/>
                </a:lnTo>
              </a:path>
            </a:pathLst>
          </a:custGeom>
          <a:ln w="2553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9" name="object 119"/>
          <p:cNvSpPr/>
          <p:nvPr/>
        </p:nvSpPr>
        <p:spPr>
          <a:xfrm>
            <a:off x="15297039" y="1927952"/>
            <a:ext cx="1363345" cy="0"/>
          </a:xfrm>
          <a:custGeom>
            <a:avLst/>
            <a:gdLst/>
            <a:ahLst/>
            <a:cxnLst/>
            <a:rect l="l" t="t" r="r" b="b"/>
            <a:pathLst>
              <a:path w="1363344" h="0">
                <a:moveTo>
                  <a:pt x="0" y="0"/>
                </a:moveTo>
                <a:lnTo>
                  <a:pt x="1362850" y="0"/>
                </a:lnTo>
              </a:path>
            </a:pathLst>
          </a:custGeom>
          <a:ln w="2553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0" name="object 120"/>
          <p:cNvSpPr/>
          <p:nvPr/>
        </p:nvSpPr>
        <p:spPr>
          <a:xfrm>
            <a:off x="12112810" y="1927952"/>
            <a:ext cx="0" cy="561975"/>
          </a:xfrm>
          <a:custGeom>
            <a:avLst/>
            <a:gdLst/>
            <a:ahLst/>
            <a:cxnLst/>
            <a:rect l="l" t="t" r="r" b="b"/>
            <a:pathLst>
              <a:path w="0" h="561975">
                <a:moveTo>
                  <a:pt x="0" y="561710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1" name="object 121"/>
          <p:cNvSpPr/>
          <p:nvPr/>
        </p:nvSpPr>
        <p:spPr>
          <a:xfrm>
            <a:off x="15297039" y="1927952"/>
            <a:ext cx="0" cy="561975"/>
          </a:xfrm>
          <a:custGeom>
            <a:avLst/>
            <a:gdLst/>
            <a:ahLst/>
            <a:cxnLst/>
            <a:rect l="l" t="t" r="r" b="b"/>
            <a:pathLst>
              <a:path w="0" h="561975">
                <a:moveTo>
                  <a:pt x="0" y="561710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2" name="object 122"/>
          <p:cNvSpPr/>
          <p:nvPr/>
        </p:nvSpPr>
        <p:spPr>
          <a:xfrm>
            <a:off x="16659890" y="1915186"/>
            <a:ext cx="0" cy="587375"/>
          </a:xfrm>
          <a:custGeom>
            <a:avLst/>
            <a:gdLst/>
            <a:ahLst/>
            <a:cxnLst/>
            <a:rect l="l" t="t" r="r" b="b"/>
            <a:pathLst>
              <a:path w="0" h="587375">
                <a:moveTo>
                  <a:pt x="0" y="587242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3" name="object 123"/>
          <p:cNvSpPr txBox="1"/>
          <p:nvPr/>
        </p:nvSpPr>
        <p:spPr>
          <a:xfrm>
            <a:off x="11905426" y="4596143"/>
            <a:ext cx="1069975" cy="2552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500" b="1">
                <a:solidFill>
                  <a:srgbClr val="312F2A"/>
                </a:solidFill>
                <a:latin typeface="Arial"/>
                <a:cs typeface="Arial"/>
              </a:rPr>
              <a:t>4.</a:t>
            </a:r>
            <a:r>
              <a:rPr dirty="0" sz="1500" spc="-155" b="1">
                <a:solidFill>
                  <a:srgbClr val="312F2A"/>
                </a:solidFill>
                <a:latin typeface="Arial"/>
                <a:cs typeface="Arial"/>
              </a:rPr>
              <a:t> </a:t>
            </a:r>
            <a:r>
              <a:rPr dirty="0" sz="1500" spc="-20" b="1">
                <a:solidFill>
                  <a:srgbClr val="312F2A"/>
                </a:solidFill>
                <a:latin typeface="Arial"/>
                <a:cs typeface="Arial"/>
              </a:rPr>
              <a:t>RU</a:t>
            </a:r>
            <a:r>
              <a:rPr dirty="0" sz="1500" spc="-20" b="1">
                <a:solidFill>
                  <a:srgbClr val="16130E"/>
                </a:solidFill>
                <a:latin typeface="Arial"/>
                <a:cs typeface="Arial"/>
              </a:rPr>
              <a:t>N</a:t>
            </a:r>
            <a:r>
              <a:rPr dirty="0" sz="1500" spc="-20" b="1">
                <a:solidFill>
                  <a:srgbClr val="312F2A"/>
                </a:solidFill>
                <a:latin typeface="Arial"/>
                <a:cs typeface="Arial"/>
              </a:rPr>
              <a:t>TI</a:t>
            </a:r>
            <a:r>
              <a:rPr dirty="0" sz="1500" spc="-20" b="1">
                <a:solidFill>
                  <a:srgbClr val="16130E"/>
                </a:solidFill>
                <a:latin typeface="Arial"/>
                <a:cs typeface="Arial"/>
              </a:rPr>
              <a:t>M</a:t>
            </a:r>
            <a:r>
              <a:rPr dirty="0" sz="1500" spc="-20" b="1">
                <a:solidFill>
                  <a:srgbClr val="312F2A"/>
                </a:solidFill>
                <a:latin typeface="Arial"/>
                <a:cs typeface="Arial"/>
              </a:rPr>
              <a:t>E</a:t>
            </a:r>
            <a:endParaRPr sz="1500">
              <a:latin typeface="Arial"/>
              <a:cs typeface="Arial"/>
            </a:endParaRPr>
          </a:p>
        </p:txBody>
      </p:sp>
      <p:sp>
        <p:nvSpPr>
          <p:cNvPr id="124" name="object 124"/>
          <p:cNvSpPr txBox="1"/>
          <p:nvPr/>
        </p:nvSpPr>
        <p:spPr>
          <a:xfrm>
            <a:off x="13768826" y="5382021"/>
            <a:ext cx="1656080" cy="191770"/>
          </a:xfrm>
          <a:prstGeom prst="rect">
            <a:avLst/>
          </a:prstGeom>
          <a:solidFill>
            <a:srgbClr val="647C77"/>
          </a:solidFill>
        </p:spPr>
        <p:txBody>
          <a:bodyPr wrap="square" lIns="0" tIns="635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50"/>
              </a:spcBef>
            </a:pPr>
            <a:r>
              <a:rPr dirty="0" sz="1100" spc="-30">
                <a:solidFill>
                  <a:srgbClr val="D6E6E4"/>
                </a:solidFill>
                <a:latin typeface="Arial"/>
                <a:cs typeface="Arial"/>
              </a:rPr>
              <a:t>AgentContigurationRegistry</a:t>
            </a:r>
            <a:endParaRPr sz="1100">
              <a:latin typeface="Arial"/>
              <a:cs typeface="Arial"/>
            </a:endParaRPr>
          </a:p>
        </p:txBody>
      </p:sp>
      <p:sp>
        <p:nvSpPr>
          <p:cNvPr id="125" name="object 125"/>
          <p:cNvSpPr txBox="1"/>
          <p:nvPr/>
        </p:nvSpPr>
        <p:spPr>
          <a:xfrm>
            <a:off x="12516245" y="5738713"/>
            <a:ext cx="400748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  <a:tabLst>
                <a:tab pos="2432685" algn="l"/>
              </a:tabLst>
            </a:pPr>
            <a:r>
              <a:rPr dirty="0" sz="1050" spc="-65">
                <a:solidFill>
                  <a:srgbClr val="64625D"/>
                </a:solidFill>
                <a:latin typeface="Times New Roman"/>
                <a:cs typeface="Times New Roman"/>
              </a:rPr>
              <a:t>l&lt;&gt;edsconl9]son</a:t>
            </a:r>
            <a:r>
              <a:rPr dirty="0" sz="1050" spc="-95">
                <a:solidFill>
                  <a:srgbClr val="64625D"/>
                </a:solidFill>
                <a:latin typeface="Times New Roman"/>
                <a:cs typeface="Times New Roman"/>
              </a:rPr>
              <a:t> </a:t>
            </a:r>
            <a:r>
              <a:rPr dirty="0" sz="850" spc="-55" i="1">
                <a:solidFill>
                  <a:srgbClr val="64625D"/>
                </a:solidFill>
                <a:latin typeface="Verdana"/>
                <a:cs typeface="Verdana"/>
              </a:rPr>
              <a:t>at</a:t>
            </a:r>
            <a:r>
              <a:rPr dirty="0" sz="850" spc="-170" i="1">
                <a:solidFill>
                  <a:srgbClr val="64625D"/>
                </a:solidFill>
                <a:latin typeface="Verdana"/>
                <a:cs typeface="Verdana"/>
              </a:rPr>
              <a:t> </a:t>
            </a:r>
            <a:r>
              <a:rPr dirty="0" sz="850" spc="-10">
                <a:solidFill>
                  <a:srgbClr val="54524B"/>
                </a:solidFill>
                <a:latin typeface="Arial"/>
                <a:cs typeface="Arial"/>
              </a:rPr>
              <a:t>siartit</a:t>
            </a:r>
            <a:r>
              <a:rPr dirty="0" sz="850" spc="-10">
                <a:solidFill>
                  <a:srgbClr val="312F2A"/>
                </a:solidFill>
                <a:latin typeface="Arial"/>
                <a:cs typeface="Arial"/>
              </a:rPr>
              <a:t>,</a:t>
            </a:r>
            <a:r>
              <a:rPr dirty="0" sz="850" spc="-10">
                <a:solidFill>
                  <a:srgbClr val="54524B"/>
                </a:solidFill>
                <a:latin typeface="Arial"/>
                <a:cs typeface="Arial"/>
              </a:rPr>
              <a:t>p</a:t>
            </a:r>
            <a:r>
              <a:rPr dirty="0" sz="850" spc="265">
                <a:solidFill>
                  <a:srgbClr val="54524B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54524B"/>
                </a:solidFill>
                <a:latin typeface="Times New Roman"/>
                <a:cs typeface="Times New Roman"/>
              </a:rPr>
              <a:t>lnjercts</a:t>
            </a:r>
            <a:r>
              <a:rPr dirty="0" sz="900" spc="-10">
                <a:solidFill>
                  <a:srgbClr val="64625D"/>
                </a:solidFill>
                <a:latin typeface="Times New Roman"/>
                <a:cs typeface="Times New Roman"/>
              </a:rPr>
              <a:t>�</a:t>
            </a:r>
            <a:r>
              <a:rPr dirty="0" sz="900">
                <a:solidFill>
                  <a:srgbClr val="64625D"/>
                </a:solidFill>
                <a:latin typeface="Times New Roman"/>
                <a:cs typeface="Times New Roman"/>
              </a:rPr>
              <a:t>	</a:t>
            </a:r>
            <a:r>
              <a:rPr dirty="0" sz="1050" spc="-55">
                <a:solidFill>
                  <a:srgbClr val="72756E"/>
                </a:solidFill>
                <a:latin typeface="Times New Roman"/>
                <a:cs typeface="Times New Roman"/>
              </a:rPr>
              <a:t>ln</a:t>
            </a:r>
            <a:r>
              <a:rPr dirty="0" sz="1050" spc="-55">
                <a:solidFill>
                  <a:srgbClr val="44423B"/>
                </a:solidFill>
                <a:latin typeface="Times New Roman"/>
                <a:cs typeface="Times New Roman"/>
              </a:rPr>
              <a:t>ts</a:t>
            </a:r>
            <a:r>
              <a:rPr dirty="0" sz="1050" spc="-65">
                <a:solidFill>
                  <a:srgbClr val="44423B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64625D"/>
                </a:solidFill>
                <a:latin typeface="Arial"/>
                <a:cs typeface="Arial"/>
              </a:rPr>
              <a:t>8QdS</a:t>
            </a:r>
            <a:r>
              <a:rPr dirty="0" sz="1000">
                <a:solidFill>
                  <a:srgbClr val="54524B"/>
                </a:solidFill>
                <a:latin typeface="Arial"/>
                <a:cs typeface="Arial"/>
              </a:rPr>
              <a:t>•</a:t>
            </a:r>
            <a:r>
              <a:rPr dirty="0" sz="1000" spc="-125">
                <a:solidFill>
                  <a:srgbClr val="54524B"/>
                </a:solidFill>
                <a:latin typeface="Arial"/>
                <a:cs typeface="Arial"/>
              </a:rPr>
              <a:t> </a:t>
            </a:r>
            <a:r>
              <a:rPr dirty="0" sz="1000" spc="-45">
                <a:solidFill>
                  <a:srgbClr val="64625D"/>
                </a:solidFill>
                <a:latin typeface="Arial"/>
                <a:cs typeface="Arial"/>
              </a:rPr>
              <a:t>Rl.lilime</a:t>
            </a:r>
            <a:r>
              <a:rPr dirty="0" sz="1050" spc="-45">
                <a:solidFill>
                  <a:srgbClr val="64625D"/>
                </a:solidFill>
                <a:latin typeface="Times New Roman"/>
                <a:cs typeface="Times New Roman"/>
              </a:rPr>
              <a:t>conflgw6on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126" name="object 126"/>
          <p:cNvSpPr txBox="1"/>
          <p:nvPr/>
        </p:nvSpPr>
        <p:spPr>
          <a:xfrm>
            <a:off x="13315174" y="6313446"/>
            <a:ext cx="2428875" cy="209550"/>
          </a:xfrm>
          <a:prstGeom prst="rect">
            <a:avLst/>
          </a:prstGeom>
          <a:solidFill>
            <a:srgbClr val="647C77"/>
          </a:solidFill>
        </p:spPr>
        <p:txBody>
          <a:bodyPr wrap="square" lIns="0" tIns="635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50"/>
              </a:spcBef>
            </a:pPr>
            <a:r>
              <a:rPr dirty="0" sz="1200" spc="-25">
                <a:solidFill>
                  <a:srgbClr val="D6E6E4"/>
                </a:solidFill>
                <a:latin typeface="Arial"/>
                <a:cs typeface="Arial"/>
              </a:rPr>
              <a:t>Configured</a:t>
            </a:r>
            <a:r>
              <a:rPr dirty="0" sz="1200" spc="-110">
                <a:solidFill>
                  <a:srgbClr val="D6E6E4"/>
                </a:solidFill>
                <a:latin typeface="Arial"/>
                <a:cs typeface="Arial"/>
              </a:rPr>
              <a:t> </a:t>
            </a:r>
            <a:r>
              <a:rPr dirty="0" sz="1200" spc="-20">
                <a:solidFill>
                  <a:srgbClr val="D6E6E4"/>
                </a:solidFill>
                <a:latin typeface="Arial"/>
                <a:cs typeface="Arial"/>
              </a:rPr>
              <a:t>Agents</a:t>
            </a:r>
            <a:r>
              <a:rPr dirty="0" sz="1200" spc="-75">
                <a:solidFill>
                  <a:srgbClr val="D6E6E4"/>
                </a:solidFill>
                <a:latin typeface="Arial"/>
                <a:cs typeface="Arial"/>
              </a:rPr>
              <a:t> </a:t>
            </a:r>
            <a:r>
              <a:rPr dirty="0" sz="1200" spc="-55">
                <a:solidFill>
                  <a:srgbClr val="D6E6E4"/>
                </a:solidFill>
                <a:latin typeface="Arial"/>
                <a:cs typeface="Arial"/>
              </a:rPr>
              <a:t>Ready</a:t>
            </a:r>
            <a:r>
              <a:rPr dirty="0" sz="1200" spc="-65">
                <a:solidFill>
                  <a:srgbClr val="D6E6E4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D6E6E4"/>
                </a:solidFill>
                <a:latin typeface="Arial"/>
                <a:cs typeface="Arial"/>
              </a:rPr>
              <a:t>to</a:t>
            </a:r>
            <a:r>
              <a:rPr dirty="0" sz="1200" spc="95">
                <a:solidFill>
                  <a:srgbClr val="D6E6E4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D6E6E4"/>
                </a:solidFill>
                <a:latin typeface="Arial"/>
                <a:cs typeface="Arial"/>
              </a:rPr>
              <a:t>Process</a:t>
            </a:r>
            <a:endParaRPr sz="1200">
              <a:latin typeface="Arial"/>
              <a:cs typeface="Arial"/>
            </a:endParaRPr>
          </a:p>
        </p:txBody>
      </p:sp>
      <p:sp>
        <p:nvSpPr>
          <p:cNvPr id="127" name="object 127"/>
          <p:cNvSpPr txBox="1"/>
          <p:nvPr/>
        </p:nvSpPr>
        <p:spPr>
          <a:xfrm>
            <a:off x="12483288" y="6970646"/>
            <a:ext cx="4090035" cy="1943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dirty="0" sz="1100">
                <a:solidFill>
                  <a:srgbClr val="9A9E97"/>
                </a:solidFill>
                <a:latin typeface="Arial"/>
                <a:cs typeface="Arial"/>
              </a:rPr>
              <a:t>,.</a:t>
            </a:r>
            <a:r>
              <a:rPr dirty="0" sz="1100" spc="190">
                <a:solidFill>
                  <a:srgbClr val="9A9E97"/>
                </a:solidFill>
                <a:latin typeface="Arial"/>
                <a:cs typeface="Arial"/>
              </a:rPr>
              <a:t> </a:t>
            </a:r>
            <a:r>
              <a:rPr dirty="0" sz="1100" spc="-40">
                <a:solidFill>
                  <a:srgbClr val="312F2A"/>
                </a:solidFill>
                <a:latin typeface="Arial"/>
                <a:cs typeface="Arial"/>
              </a:rPr>
              <a:t>Bus</a:t>
            </a:r>
            <a:r>
              <a:rPr dirty="0" sz="1100" spc="-40">
                <a:solidFill>
                  <a:srgbClr val="54524B"/>
                </a:solidFill>
                <a:latin typeface="Arial"/>
                <a:cs typeface="Arial"/>
              </a:rPr>
              <a:t>i</a:t>
            </a:r>
            <a:r>
              <a:rPr dirty="0" sz="1100" spc="-40">
                <a:solidFill>
                  <a:srgbClr val="312F2A"/>
                </a:solidFill>
                <a:latin typeface="Arial"/>
                <a:cs typeface="Arial"/>
              </a:rPr>
              <a:t>ness</a:t>
            </a:r>
            <a:r>
              <a:rPr dirty="0" sz="1100" spc="15">
                <a:solidFill>
                  <a:srgbClr val="312F2A"/>
                </a:solidFill>
                <a:latin typeface="Arial"/>
                <a:cs typeface="Arial"/>
              </a:rPr>
              <a:t> </a:t>
            </a:r>
            <a:r>
              <a:rPr dirty="0" sz="1100" spc="-40">
                <a:solidFill>
                  <a:srgbClr val="312F2A"/>
                </a:solidFill>
                <a:latin typeface="Arial"/>
                <a:cs typeface="Arial"/>
              </a:rPr>
              <a:t>Anal'ysts</a:t>
            </a:r>
            <a:r>
              <a:rPr dirty="0" sz="1100" spc="-110">
                <a:solidFill>
                  <a:srgbClr val="312F2A"/>
                </a:solidFill>
                <a:latin typeface="Arial"/>
                <a:cs typeface="Arial"/>
              </a:rPr>
              <a:t> </a:t>
            </a:r>
            <a:r>
              <a:rPr dirty="0" sz="1100" spc="-40">
                <a:solidFill>
                  <a:srgbClr val="44423B"/>
                </a:solidFill>
                <a:latin typeface="Arial"/>
                <a:cs typeface="Arial"/>
              </a:rPr>
              <a:t>maintain</a:t>
            </a:r>
            <a:r>
              <a:rPr dirty="0" sz="1100" spc="-95">
                <a:solidFill>
                  <a:srgbClr val="44423B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312F2A"/>
                </a:solidFill>
                <a:latin typeface="Arial"/>
                <a:cs typeface="Arial"/>
              </a:rPr>
              <a:t>configs</a:t>
            </a:r>
            <a:r>
              <a:rPr dirty="0" sz="1100" spc="-140">
                <a:solidFill>
                  <a:srgbClr val="312F2A"/>
                </a:solidFill>
                <a:latin typeface="Arial"/>
                <a:cs typeface="Arial"/>
              </a:rPr>
              <a:t> </a:t>
            </a:r>
            <a:r>
              <a:rPr dirty="0" sz="1100" spc="-50">
                <a:solidFill>
                  <a:srgbClr val="16130E"/>
                </a:solidFill>
                <a:latin typeface="Arial"/>
                <a:cs typeface="Arial"/>
              </a:rPr>
              <a:t>D</a:t>
            </a:r>
            <a:r>
              <a:rPr dirty="0" sz="1100" spc="-50">
                <a:solidFill>
                  <a:srgbClr val="44423B"/>
                </a:solidFill>
                <a:latin typeface="Arial"/>
                <a:cs typeface="Arial"/>
              </a:rPr>
              <a:t>evelopers</a:t>
            </a:r>
            <a:r>
              <a:rPr dirty="0" sz="1100" spc="-25">
                <a:solidFill>
                  <a:srgbClr val="44423B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44423B"/>
                </a:solidFill>
                <a:latin typeface="Arial"/>
                <a:cs typeface="Arial"/>
              </a:rPr>
              <a:t>maintain</a:t>
            </a:r>
            <a:r>
              <a:rPr dirty="0" sz="1100" spc="-10">
                <a:solidFill>
                  <a:srgbClr val="312F2A"/>
                </a:solidFill>
                <a:latin typeface="Arial"/>
                <a:cs typeface="Arial"/>
              </a:rPr>
              <a:t>framework</a:t>
            </a:r>
            <a:endParaRPr sz="1100">
              <a:latin typeface="Arial"/>
              <a:cs typeface="Arial"/>
            </a:endParaRPr>
          </a:p>
        </p:txBody>
      </p:sp>
      <p:sp>
        <p:nvSpPr>
          <p:cNvPr id="128" name="object 128"/>
          <p:cNvSpPr txBox="1"/>
          <p:nvPr/>
        </p:nvSpPr>
        <p:spPr>
          <a:xfrm>
            <a:off x="514226" y="7915340"/>
            <a:ext cx="2141855" cy="2552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500" spc="-30">
                <a:solidFill>
                  <a:srgbClr val="312F2A"/>
                </a:solidFill>
                <a:latin typeface="Arial"/>
                <a:cs typeface="Arial"/>
              </a:rPr>
              <a:t>5.</a:t>
            </a:r>
            <a:r>
              <a:rPr dirty="0" sz="1500" spc="-45">
                <a:solidFill>
                  <a:srgbClr val="312F2A"/>
                </a:solidFill>
                <a:latin typeface="Arial"/>
                <a:cs typeface="Arial"/>
              </a:rPr>
              <a:t> </a:t>
            </a:r>
            <a:r>
              <a:rPr dirty="0" sz="1500" spc="-35">
                <a:solidFill>
                  <a:srgbClr val="312F2A"/>
                </a:solidFill>
                <a:latin typeface="Arial"/>
                <a:cs typeface="Arial"/>
              </a:rPr>
              <a:t>EXTER</a:t>
            </a:r>
            <a:r>
              <a:rPr dirty="0" sz="1500" spc="-35">
                <a:solidFill>
                  <a:srgbClr val="16130E"/>
                </a:solidFill>
                <a:latin typeface="Arial"/>
                <a:cs typeface="Arial"/>
              </a:rPr>
              <a:t>N</a:t>
            </a:r>
            <a:r>
              <a:rPr dirty="0" sz="1500" spc="-35">
                <a:solidFill>
                  <a:srgbClr val="312F2A"/>
                </a:solidFill>
                <a:latin typeface="Arial"/>
                <a:cs typeface="Arial"/>
              </a:rPr>
              <a:t>AL</a:t>
            </a:r>
            <a:r>
              <a:rPr dirty="0" sz="1500" spc="-180">
                <a:solidFill>
                  <a:srgbClr val="312F2A"/>
                </a:solidFill>
                <a:latin typeface="Arial"/>
                <a:cs typeface="Arial"/>
              </a:rPr>
              <a:t> </a:t>
            </a:r>
            <a:r>
              <a:rPr dirty="0" sz="1500" spc="-45">
                <a:solidFill>
                  <a:srgbClr val="312F2A"/>
                </a:solidFill>
                <a:latin typeface="Arial"/>
                <a:cs typeface="Arial"/>
              </a:rPr>
              <a:t>SERVICES</a:t>
            </a:r>
            <a:endParaRPr sz="1500">
              <a:latin typeface="Arial"/>
              <a:cs typeface="Arial"/>
            </a:endParaRPr>
          </a:p>
        </p:txBody>
      </p:sp>
      <p:sp>
        <p:nvSpPr>
          <p:cNvPr id="129" name="object 129"/>
          <p:cNvSpPr/>
          <p:nvPr/>
        </p:nvSpPr>
        <p:spPr>
          <a:xfrm>
            <a:off x="1136763" y="8759425"/>
            <a:ext cx="673735" cy="165735"/>
          </a:xfrm>
          <a:custGeom>
            <a:avLst/>
            <a:gdLst/>
            <a:ahLst/>
            <a:cxnLst/>
            <a:rect l="l" t="t" r="r" b="b"/>
            <a:pathLst>
              <a:path w="673735" h="165734">
                <a:moveTo>
                  <a:pt x="673362" y="165454"/>
                </a:moveTo>
                <a:lnTo>
                  <a:pt x="0" y="165454"/>
                </a:lnTo>
                <a:lnTo>
                  <a:pt x="0" y="0"/>
                </a:lnTo>
                <a:lnTo>
                  <a:pt x="673362" y="0"/>
                </a:lnTo>
                <a:lnTo>
                  <a:pt x="673362" y="165454"/>
                </a:lnTo>
                <a:close/>
              </a:path>
            </a:pathLst>
          </a:custGeom>
          <a:solidFill>
            <a:srgbClr val="67625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0" name="object 130"/>
          <p:cNvSpPr txBox="1"/>
          <p:nvPr/>
        </p:nvSpPr>
        <p:spPr>
          <a:xfrm>
            <a:off x="1033574" y="8751523"/>
            <a:ext cx="814705" cy="1714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950" spc="10">
                <a:solidFill>
                  <a:srgbClr val="9A9E97"/>
                </a:solidFill>
                <a:latin typeface="Arial"/>
                <a:cs typeface="Arial"/>
              </a:rPr>
              <a:t>:</a:t>
            </a:r>
            <a:r>
              <a:rPr dirty="0" sz="950" spc="250">
                <a:solidFill>
                  <a:srgbClr val="9A9E97"/>
                </a:solidFill>
                <a:latin typeface="Arial"/>
                <a:cs typeface="Arial"/>
              </a:rPr>
              <a:t> </a:t>
            </a:r>
            <a:r>
              <a:rPr dirty="0" sz="950" spc="10">
                <a:solidFill>
                  <a:srgbClr val="D3D1CC"/>
                </a:solidFill>
                <a:latin typeface="Arial"/>
                <a:cs typeface="Arial"/>
              </a:rPr>
              <a:t>Redis</a:t>
            </a:r>
            <a:r>
              <a:rPr dirty="0" sz="950" spc="-145">
                <a:solidFill>
                  <a:srgbClr val="D3D1CC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D3D1CC"/>
                </a:solidFill>
                <a:latin typeface="Arial"/>
                <a:cs typeface="Arial"/>
              </a:rPr>
              <a:t>Image</a:t>
            </a:r>
            <a:endParaRPr sz="950">
              <a:latin typeface="Arial"/>
              <a:cs typeface="Arial"/>
            </a:endParaRPr>
          </a:p>
        </p:txBody>
      </p:sp>
      <p:sp>
        <p:nvSpPr>
          <p:cNvPr id="131" name="object 131"/>
          <p:cNvSpPr/>
          <p:nvPr/>
        </p:nvSpPr>
        <p:spPr>
          <a:xfrm>
            <a:off x="1242168" y="8874320"/>
            <a:ext cx="344170" cy="165735"/>
          </a:xfrm>
          <a:custGeom>
            <a:avLst/>
            <a:gdLst/>
            <a:ahLst/>
            <a:cxnLst/>
            <a:rect l="l" t="t" r="r" b="b"/>
            <a:pathLst>
              <a:path w="344169" h="165734">
                <a:moveTo>
                  <a:pt x="343896" y="165454"/>
                </a:moveTo>
                <a:lnTo>
                  <a:pt x="0" y="165454"/>
                </a:lnTo>
                <a:lnTo>
                  <a:pt x="0" y="0"/>
                </a:lnTo>
                <a:lnTo>
                  <a:pt x="343896" y="0"/>
                </a:lnTo>
                <a:lnTo>
                  <a:pt x="343896" y="165454"/>
                </a:lnTo>
                <a:close/>
              </a:path>
            </a:pathLst>
          </a:custGeom>
          <a:solidFill>
            <a:srgbClr val="67625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2" name="object 132"/>
          <p:cNvSpPr txBox="1"/>
          <p:nvPr/>
        </p:nvSpPr>
        <p:spPr>
          <a:xfrm>
            <a:off x="1229467" y="8866419"/>
            <a:ext cx="386080" cy="1714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950" spc="-10">
                <a:solidFill>
                  <a:srgbClr val="D3D1CC"/>
                </a:solidFill>
                <a:latin typeface="Arial"/>
                <a:cs typeface="Arial"/>
              </a:rPr>
              <a:t>Cache</a:t>
            </a:r>
            <a:endParaRPr sz="950">
              <a:latin typeface="Arial"/>
              <a:cs typeface="Arial"/>
            </a:endParaRPr>
          </a:p>
        </p:txBody>
      </p:sp>
      <p:sp>
        <p:nvSpPr>
          <p:cNvPr id="133" name="object 133"/>
          <p:cNvSpPr txBox="1"/>
          <p:nvPr/>
        </p:nvSpPr>
        <p:spPr>
          <a:xfrm>
            <a:off x="2630166" y="8764289"/>
            <a:ext cx="69215" cy="1714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950" spc="-50">
                <a:solidFill>
                  <a:srgbClr val="9A9E97"/>
                </a:solidFill>
                <a:latin typeface="Arial"/>
                <a:cs typeface="Arial"/>
              </a:rPr>
              <a:t>•</a:t>
            </a:r>
            <a:endParaRPr sz="950">
              <a:latin typeface="Arial"/>
              <a:cs typeface="Arial"/>
            </a:endParaRPr>
          </a:p>
        </p:txBody>
      </p:sp>
      <p:sp>
        <p:nvSpPr>
          <p:cNvPr id="134" name="object 134"/>
          <p:cNvSpPr txBox="1"/>
          <p:nvPr/>
        </p:nvSpPr>
        <p:spPr>
          <a:xfrm>
            <a:off x="2776833" y="8772190"/>
            <a:ext cx="854710" cy="138430"/>
          </a:xfrm>
          <a:prstGeom prst="rect">
            <a:avLst/>
          </a:prstGeom>
          <a:solidFill>
            <a:srgbClr val="67625B"/>
          </a:solidFill>
        </p:spPr>
        <p:txBody>
          <a:bodyPr wrap="square" lIns="0" tIns="5080" rIns="0" bIns="0" rtlCol="0" vert="horz">
            <a:spAutoFit/>
          </a:bodyPr>
          <a:lstStyle/>
          <a:p>
            <a:pPr>
              <a:lnSpc>
                <a:spcPts val="1045"/>
              </a:lnSpc>
              <a:spcBef>
                <a:spcPts val="40"/>
              </a:spcBef>
            </a:pPr>
            <a:r>
              <a:rPr dirty="0" sz="950">
                <a:solidFill>
                  <a:srgbClr val="D3D1CC"/>
                </a:solidFill>
                <a:latin typeface="Arial"/>
                <a:cs typeface="Arial"/>
              </a:rPr>
              <a:t>A.turo</a:t>
            </a:r>
            <a:r>
              <a:rPr dirty="0" sz="950" spc="-70">
                <a:solidFill>
                  <a:srgbClr val="D3D1CC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D3D1CC"/>
                </a:solidFill>
                <a:latin typeface="Arial"/>
                <a:cs typeface="Arial"/>
              </a:rPr>
              <a:t>Doc</a:t>
            </a:r>
            <a:r>
              <a:rPr dirty="0" sz="950" spc="-90">
                <a:solidFill>
                  <a:srgbClr val="D3D1CC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D3D1CC"/>
                </a:solidFill>
                <a:latin typeface="Arial"/>
                <a:cs typeface="Arial"/>
              </a:rPr>
              <a:t>Intel</a:t>
            </a:r>
            <a:endParaRPr sz="950">
              <a:latin typeface="Arial"/>
              <a:cs typeface="Arial"/>
            </a:endParaRPr>
          </a:p>
        </p:txBody>
      </p:sp>
      <p:sp>
        <p:nvSpPr>
          <p:cNvPr id="135" name="object 135"/>
          <p:cNvSpPr/>
          <p:nvPr/>
        </p:nvSpPr>
        <p:spPr>
          <a:xfrm>
            <a:off x="2783882" y="8880954"/>
            <a:ext cx="675640" cy="156845"/>
          </a:xfrm>
          <a:custGeom>
            <a:avLst/>
            <a:gdLst/>
            <a:ahLst/>
            <a:cxnLst/>
            <a:rect l="l" t="t" r="r" b="b"/>
            <a:pathLst>
              <a:path w="675639" h="156845">
                <a:moveTo>
                  <a:pt x="675285" y="156746"/>
                </a:moveTo>
                <a:lnTo>
                  <a:pt x="0" y="156746"/>
                </a:lnTo>
                <a:lnTo>
                  <a:pt x="0" y="0"/>
                </a:lnTo>
                <a:lnTo>
                  <a:pt x="675285" y="0"/>
                </a:lnTo>
                <a:lnTo>
                  <a:pt x="675285" y="156746"/>
                </a:lnTo>
                <a:close/>
              </a:path>
            </a:pathLst>
          </a:custGeom>
          <a:solidFill>
            <a:srgbClr val="67625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6" name="object 136"/>
          <p:cNvSpPr txBox="1"/>
          <p:nvPr/>
        </p:nvSpPr>
        <p:spPr>
          <a:xfrm>
            <a:off x="2771183" y="8872801"/>
            <a:ext cx="718820" cy="1638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900">
                <a:solidFill>
                  <a:srgbClr val="D3D1CC"/>
                </a:solidFill>
                <a:latin typeface="Arial"/>
                <a:cs typeface="Arial"/>
              </a:rPr>
              <a:t>OCR</a:t>
            </a:r>
            <a:r>
              <a:rPr dirty="0" sz="900" spc="-60">
                <a:solidFill>
                  <a:srgbClr val="D3D1CC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D3D1CC"/>
                </a:solidFill>
                <a:latin typeface="Arial"/>
                <a:cs typeface="Arial"/>
              </a:rPr>
              <a:t>Service</a:t>
            </a:r>
            <a:endParaRPr sz="900">
              <a:latin typeface="Arial"/>
              <a:cs typeface="Arial"/>
            </a:endParaRPr>
          </a:p>
        </p:txBody>
      </p:sp>
      <p:sp>
        <p:nvSpPr>
          <p:cNvPr id="137" name="object 137"/>
          <p:cNvSpPr/>
          <p:nvPr/>
        </p:nvSpPr>
        <p:spPr>
          <a:xfrm>
            <a:off x="4528267" y="8766059"/>
            <a:ext cx="38735" cy="156845"/>
          </a:xfrm>
          <a:custGeom>
            <a:avLst/>
            <a:gdLst/>
            <a:ahLst/>
            <a:cxnLst/>
            <a:rect l="l" t="t" r="r" b="b"/>
            <a:pathLst>
              <a:path w="38735" h="156845">
                <a:moveTo>
                  <a:pt x="38210" y="156746"/>
                </a:moveTo>
                <a:lnTo>
                  <a:pt x="0" y="156746"/>
                </a:lnTo>
                <a:lnTo>
                  <a:pt x="0" y="0"/>
                </a:lnTo>
                <a:lnTo>
                  <a:pt x="38210" y="0"/>
                </a:lnTo>
                <a:lnTo>
                  <a:pt x="38210" y="156746"/>
                </a:lnTo>
                <a:close/>
              </a:path>
            </a:pathLst>
          </a:custGeom>
          <a:solidFill>
            <a:srgbClr val="647C7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8" name="object 138"/>
          <p:cNvSpPr txBox="1"/>
          <p:nvPr/>
        </p:nvSpPr>
        <p:spPr>
          <a:xfrm>
            <a:off x="4515567" y="8757907"/>
            <a:ext cx="60325" cy="1638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900" spc="-50">
                <a:solidFill>
                  <a:srgbClr val="ACC6DD"/>
                </a:solidFill>
                <a:latin typeface="Arial"/>
                <a:cs typeface="Arial"/>
              </a:rPr>
              <a:t>•</a:t>
            </a:r>
            <a:endParaRPr sz="900">
              <a:latin typeface="Arial"/>
              <a:cs typeface="Arial"/>
            </a:endParaRPr>
          </a:p>
        </p:txBody>
      </p:sp>
      <p:sp>
        <p:nvSpPr>
          <p:cNvPr id="139" name="object 139"/>
          <p:cNvSpPr txBox="1"/>
          <p:nvPr/>
        </p:nvSpPr>
        <p:spPr>
          <a:xfrm>
            <a:off x="4553404" y="8766059"/>
            <a:ext cx="834390" cy="134620"/>
          </a:xfrm>
          <a:prstGeom prst="rect">
            <a:avLst/>
          </a:prstGeom>
          <a:solidFill>
            <a:srgbClr val="67625B"/>
          </a:solidFill>
        </p:spPr>
        <p:txBody>
          <a:bodyPr wrap="square" lIns="0" tIns="5080" rIns="0" bIns="0" rtlCol="0" vert="horz">
            <a:spAutoFit/>
          </a:bodyPr>
          <a:lstStyle/>
          <a:p>
            <a:pPr marL="9525">
              <a:lnSpc>
                <a:spcPts val="1015"/>
              </a:lnSpc>
              <a:spcBef>
                <a:spcPts val="40"/>
              </a:spcBef>
            </a:pPr>
            <a:r>
              <a:rPr dirty="0" sz="900">
                <a:solidFill>
                  <a:srgbClr val="87A8C8"/>
                </a:solidFill>
                <a:latin typeface="Arial"/>
                <a:cs typeface="Arial"/>
              </a:rPr>
              <a:t>,</a:t>
            </a:r>
            <a:r>
              <a:rPr dirty="0" sz="900" spc="70">
                <a:solidFill>
                  <a:srgbClr val="87A8C8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D3D1CC"/>
                </a:solidFill>
                <a:latin typeface="Arial"/>
                <a:cs typeface="Arial"/>
              </a:rPr>
              <a:t>A.turoOpcmA</a:t>
            </a:r>
            <a:r>
              <a:rPr dirty="0" sz="900" spc="-10">
                <a:solidFill>
                  <a:srgbClr val="B3B3AC"/>
                </a:solidFill>
                <a:latin typeface="Arial"/>
                <a:cs typeface="Arial"/>
              </a:rPr>
              <a:t>I</a:t>
            </a:r>
            <a:endParaRPr sz="900">
              <a:latin typeface="Arial"/>
              <a:cs typeface="Arial"/>
            </a:endParaRPr>
          </a:p>
        </p:txBody>
      </p:sp>
      <p:sp>
        <p:nvSpPr>
          <p:cNvPr id="140" name="object 140"/>
          <p:cNvSpPr txBox="1"/>
          <p:nvPr/>
        </p:nvSpPr>
        <p:spPr>
          <a:xfrm>
            <a:off x="4547373" y="8900228"/>
            <a:ext cx="840740" cy="139700"/>
          </a:xfrm>
          <a:prstGeom prst="rect">
            <a:avLst/>
          </a:prstGeom>
          <a:solidFill>
            <a:srgbClr val="67625B"/>
          </a:solidFill>
        </p:spPr>
        <p:txBody>
          <a:bodyPr wrap="square" lIns="0" tIns="0" rIns="0" bIns="0" rtlCol="0" vert="horz">
            <a:spAutoFit/>
          </a:bodyPr>
          <a:lstStyle/>
          <a:p>
            <a:pPr marL="5715">
              <a:lnSpc>
                <a:spcPts val="980"/>
              </a:lnSpc>
            </a:pPr>
            <a:r>
              <a:rPr dirty="0" sz="950" spc="-10">
                <a:solidFill>
                  <a:srgbClr val="D3D1CC"/>
                </a:solidFill>
                <a:latin typeface="Arial"/>
                <a:cs typeface="Arial"/>
              </a:rPr>
              <a:t>GPT-4o</a:t>
            </a:r>
            <a:r>
              <a:rPr dirty="0" sz="950" spc="-120">
                <a:solidFill>
                  <a:srgbClr val="D3D1CC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D3D1CC"/>
                </a:solidFill>
                <a:latin typeface="Arial"/>
                <a:cs typeface="Arial"/>
              </a:rPr>
              <a:t>Vision</a:t>
            </a:r>
            <a:endParaRPr sz="950">
              <a:latin typeface="Arial"/>
              <a:cs typeface="Arial"/>
            </a:endParaRPr>
          </a:p>
        </p:txBody>
      </p:sp>
      <p:sp>
        <p:nvSpPr>
          <p:cNvPr id="141" name="object 141"/>
          <p:cNvSpPr txBox="1"/>
          <p:nvPr/>
        </p:nvSpPr>
        <p:spPr>
          <a:xfrm>
            <a:off x="6406846" y="8766059"/>
            <a:ext cx="649605" cy="271780"/>
          </a:xfrm>
          <a:prstGeom prst="rect">
            <a:avLst/>
          </a:prstGeom>
          <a:solidFill>
            <a:srgbClr val="67625B"/>
          </a:solidFill>
        </p:spPr>
        <p:txBody>
          <a:bodyPr wrap="square" lIns="0" tIns="27940" rIns="0" bIns="0" rtlCol="0" vert="horz">
            <a:spAutoFit/>
          </a:bodyPr>
          <a:lstStyle/>
          <a:p>
            <a:pPr marL="6350" indent="-6985">
              <a:lnSpc>
                <a:spcPts val="900"/>
              </a:lnSpc>
              <a:spcBef>
                <a:spcPts val="220"/>
              </a:spcBef>
            </a:pPr>
            <a:r>
              <a:rPr dirty="0" sz="900" spc="10">
                <a:solidFill>
                  <a:srgbClr val="D3D1CC"/>
                </a:solidFill>
                <a:latin typeface="Arial"/>
                <a:cs typeface="Arial"/>
              </a:rPr>
              <a:t>A(:ure</a:t>
            </a:r>
            <a:r>
              <a:rPr dirty="0" sz="900" spc="-85">
                <a:solidFill>
                  <a:srgbClr val="D3D1CC"/>
                </a:solidFill>
                <a:latin typeface="Arial"/>
                <a:cs typeface="Arial"/>
              </a:rPr>
              <a:t> </a:t>
            </a:r>
            <a:r>
              <a:rPr dirty="0" sz="900" spc="-20">
                <a:solidFill>
                  <a:srgbClr val="D6E6E4"/>
                </a:solidFill>
                <a:latin typeface="Arial"/>
                <a:cs typeface="Arial"/>
              </a:rPr>
              <a:t>APIM </a:t>
            </a:r>
            <a:r>
              <a:rPr dirty="0" sz="900" spc="-10">
                <a:solidFill>
                  <a:srgbClr val="D3D1CC"/>
                </a:solidFill>
                <a:latin typeface="Arial"/>
                <a:cs typeface="Arial"/>
              </a:rPr>
              <a:t>G.itowuy</a:t>
            </a:r>
            <a:endParaRPr sz="900">
              <a:latin typeface="Arial"/>
              <a:cs typeface="Arial"/>
            </a:endParaRPr>
          </a:p>
        </p:txBody>
      </p:sp>
      <p:sp>
        <p:nvSpPr>
          <p:cNvPr id="142" name="object 142"/>
          <p:cNvSpPr/>
          <p:nvPr/>
        </p:nvSpPr>
        <p:spPr>
          <a:xfrm>
            <a:off x="8088128" y="8759425"/>
            <a:ext cx="456565" cy="165735"/>
          </a:xfrm>
          <a:custGeom>
            <a:avLst/>
            <a:gdLst/>
            <a:ahLst/>
            <a:cxnLst/>
            <a:rect l="l" t="t" r="r" b="b"/>
            <a:pathLst>
              <a:path w="456565" h="165734">
                <a:moveTo>
                  <a:pt x="456332" y="165454"/>
                </a:moveTo>
                <a:lnTo>
                  <a:pt x="0" y="165454"/>
                </a:lnTo>
                <a:lnTo>
                  <a:pt x="0" y="0"/>
                </a:lnTo>
                <a:lnTo>
                  <a:pt x="456332" y="0"/>
                </a:lnTo>
                <a:lnTo>
                  <a:pt x="456332" y="165454"/>
                </a:lnTo>
                <a:close/>
              </a:path>
            </a:pathLst>
          </a:custGeom>
          <a:solidFill>
            <a:srgbClr val="67625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3" name="object 143"/>
          <p:cNvSpPr txBox="1"/>
          <p:nvPr/>
        </p:nvSpPr>
        <p:spPr>
          <a:xfrm>
            <a:off x="8075428" y="8751523"/>
            <a:ext cx="473075" cy="1714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950" spc="-10">
                <a:solidFill>
                  <a:srgbClr val="D6E6E4"/>
                </a:solidFill>
                <a:latin typeface="Arial"/>
                <a:cs typeface="Arial"/>
              </a:rPr>
              <a:t>A</a:t>
            </a:r>
            <a:r>
              <a:rPr dirty="0" sz="950" spc="-10">
                <a:solidFill>
                  <a:srgbClr val="B3B3AC"/>
                </a:solidFill>
                <a:latin typeface="Arial"/>
                <a:cs typeface="Arial"/>
              </a:rPr>
              <a:t>f</a:t>
            </a:r>
            <a:r>
              <a:rPr dirty="0" sz="950" spc="-10">
                <a:solidFill>
                  <a:srgbClr val="D3D1CC"/>
                </a:solidFill>
                <a:latin typeface="Arial"/>
                <a:cs typeface="Arial"/>
              </a:rPr>
              <a:t>frosco</a:t>
            </a:r>
            <a:endParaRPr sz="950">
              <a:latin typeface="Arial"/>
              <a:cs typeface="Arial"/>
            </a:endParaRPr>
          </a:p>
        </p:txBody>
      </p:sp>
      <p:sp>
        <p:nvSpPr>
          <p:cNvPr id="144" name="object 144"/>
          <p:cNvSpPr/>
          <p:nvPr/>
        </p:nvSpPr>
        <p:spPr>
          <a:xfrm>
            <a:off x="8119785" y="8867684"/>
            <a:ext cx="255270" cy="174625"/>
          </a:xfrm>
          <a:custGeom>
            <a:avLst/>
            <a:gdLst/>
            <a:ahLst/>
            <a:cxnLst/>
            <a:rect l="l" t="t" r="r" b="b"/>
            <a:pathLst>
              <a:path w="255270" h="174625">
                <a:moveTo>
                  <a:pt x="254738" y="174163"/>
                </a:moveTo>
                <a:lnTo>
                  <a:pt x="0" y="174163"/>
                </a:lnTo>
                <a:lnTo>
                  <a:pt x="0" y="0"/>
                </a:lnTo>
                <a:lnTo>
                  <a:pt x="254738" y="0"/>
                </a:lnTo>
                <a:lnTo>
                  <a:pt x="254738" y="174163"/>
                </a:lnTo>
                <a:close/>
              </a:path>
            </a:pathLst>
          </a:custGeom>
          <a:solidFill>
            <a:srgbClr val="67625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5" name="object 145"/>
          <p:cNvSpPr txBox="1"/>
          <p:nvPr/>
        </p:nvSpPr>
        <p:spPr>
          <a:xfrm>
            <a:off x="8107085" y="8860035"/>
            <a:ext cx="299720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00" spc="-25">
                <a:solidFill>
                  <a:srgbClr val="D3D1CC"/>
                </a:solidFill>
                <a:latin typeface="Arial"/>
                <a:cs typeface="Arial"/>
              </a:rPr>
              <a:t>CMS</a:t>
            </a:r>
            <a:endParaRPr sz="1000">
              <a:latin typeface="Arial"/>
              <a:cs typeface="Arial"/>
            </a:endParaRPr>
          </a:p>
        </p:txBody>
      </p:sp>
      <p:sp>
        <p:nvSpPr>
          <p:cNvPr id="146" name="object 146"/>
          <p:cNvSpPr/>
          <p:nvPr/>
        </p:nvSpPr>
        <p:spPr>
          <a:xfrm>
            <a:off x="9620055" y="8766059"/>
            <a:ext cx="573405" cy="156845"/>
          </a:xfrm>
          <a:custGeom>
            <a:avLst/>
            <a:gdLst/>
            <a:ahLst/>
            <a:cxnLst/>
            <a:rect l="l" t="t" r="r" b="b"/>
            <a:pathLst>
              <a:path w="573404" h="156845">
                <a:moveTo>
                  <a:pt x="573161" y="156746"/>
                </a:moveTo>
                <a:lnTo>
                  <a:pt x="0" y="156746"/>
                </a:lnTo>
                <a:lnTo>
                  <a:pt x="0" y="0"/>
                </a:lnTo>
                <a:lnTo>
                  <a:pt x="573161" y="0"/>
                </a:lnTo>
                <a:lnTo>
                  <a:pt x="573161" y="156746"/>
                </a:lnTo>
                <a:close/>
              </a:path>
            </a:pathLst>
          </a:custGeom>
          <a:solidFill>
            <a:srgbClr val="67625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7" name="object 147"/>
          <p:cNvSpPr txBox="1"/>
          <p:nvPr/>
        </p:nvSpPr>
        <p:spPr>
          <a:xfrm>
            <a:off x="9478609" y="8757907"/>
            <a:ext cx="746760" cy="1638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900" spc="-10">
                <a:solidFill>
                  <a:srgbClr val="9A9E97"/>
                </a:solidFill>
                <a:latin typeface="Arial"/>
                <a:cs typeface="Arial"/>
              </a:rPr>
              <a:t>..,</a:t>
            </a:r>
            <a:r>
              <a:rPr dirty="0" sz="900" spc="60">
                <a:solidFill>
                  <a:srgbClr val="9A9E97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D3D1CC"/>
                </a:solidFill>
                <a:latin typeface="Arial"/>
                <a:cs typeface="Arial"/>
              </a:rPr>
              <a:t>EOA</a:t>
            </a:r>
            <a:r>
              <a:rPr dirty="0" sz="900" spc="-90">
                <a:solidFill>
                  <a:srgbClr val="D3D1CC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D3D1CC"/>
                </a:solidFill>
                <a:latin typeface="Arial"/>
                <a:cs typeface="Arial"/>
              </a:rPr>
              <a:t>Event</a:t>
            </a:r>
            <a:endParaRPr sz="900">
              <a:latin typeface="Arial"/>
              <a:cs typeface="Arial"/>
            </a:endParaRPr>
          </a:p>
        </p:txBody>
      </p:sp>
      <p:sp>
        <p:nvSpPr>
          <p:cNvPr id="148" name="object 148"/>
          <p:cNvSpPr/>
          <p:nvPr/>
        </p:nvSpPr>
        <p:spPr>
          <a:xfrm>
            <a:off x="9735375" y="8880954"/>
            <a:ext cx="216535" cy="156845"/>
          </a:xfrm>
          <a:custGeom>
            <a:avLst/>
            <a:gdLst/>
            <a:ahLst/>
            <a:cxnLst/>
            <a:rect l="l" t="t" r="r" b="b"/>
            <a:pathLst>
              <a:path w="216534" h="156845">
                <a:moveTo>
                  <a:pt x="216527" y="156746"/>
                </a:moveTo>
                <a:lnTo>
                  <a:pt x="0" y="156746"/>
                </a:lnTo>
                <a:lnTo>
                  <a:pt x="0" y="0"/>
                </a:lnTo>
                <a:lnTo>
                  <a:pt x="216527" y="0"/>
                </a:lnTo>
                <a:lnTo>
                  <a:pt x="216527" y="156746"/>
                </a:lnTo>
                <a:close/>
              </a:path>
            </a:pathLst>
          </a:custGeom>
          <a:solidFill>
            <a:srgbClr val="67625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9" name="object 149"/>
          <p:cNvSpPr txBox="1"/>
          <p:nvPr/>
        </p:nvSpPr>
        <p:spPr>
          <a:xfrm>
            <a:off x="9722673" y="8872801"/>
            <a:ext cx="245110" cy="1638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900" spc="30">
                <a:solidFill>
                  <a:srgbClr val="D3D1CC"/>
                </a:solidFill>
                <a:latin typeface="Arial"/>
                <a:cs typeface="Arial"/>
              </a:rPr>
              <a:t>Bus</a:t>
            </a:r>
            <a:endParaRPr sz="900">
              <a:latin typeface="Arial"/>
              <a:cs typeface="Arial"/>
            </a:endParaRPr>
          </a:p>
        </p:txBody>
      </p:sp>
      <p:sp>
        <p:nvSpPr>
          <p:cNvPr id="150" name="object 150"/>
          <p:cNvSpPr/>
          <p:nvPr/>
        </p:nvSpPr>
        <p:spPr>
          <a:xfrm>
            <a:off x="12524530" y="8727761"/>
            <a:ext cx="551180" cy="156845"/>
          </a:xfrm>
          <a:custGeom>
            <a:avLst/>
            <a:gdLst/>
            <a:ahLst/>
            <a:cxnLst/>
            <a:rect l="l" t="t" r="r" b="b"/>
            <a:pathLst>
              <a:path w="551180" h="156845">
                <a:moveTo>
                  <a:pt x="551011" y="156746"/>
                </a:moveTo>
                <a:lnTo>
                  <a:pt x="0" y="156746"/>
                </a:lnTo>
                <a:lnTo>
                  <a:pt x="0" y="0"/>
                </a:lnTo>
                <a:lnTo>
                  <a:pt x="551011" y="0"/>
                </a:lnTo>
                <a:lnTo>
                  <a:pt x="551011" y="156746"/>
                </a:lnTo>
                <a:close/>
              </a:path>
            </a:pathLst>
          </a:custGeom>
          <a:solidFill>
            <a:srgbClr val="67625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1" name="object 151"/>
          <p:cNvSpPr txBox="1"/>
          <p:nvPr/>
        </p:nvSpPr>
        <p:spPr>
          <a:xfrm>
            <a:off x="12427316" y="8719608"/>
            <a:ext cx="675640" cy="1638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600" i="1">
                <a:solidFill>
                  <a:srgbClr val="9A9E97"/>
                </a:solidFill>
                <a:latin typeface="Times New Roman"/>
                <a:cs typeface="Times New Roman"/>
              </a:rPr>
              <a:t>i</a:t>
            </a:r>
            <a:r>
              <a:rPr dirty="0" sz="600" spc="345" i="1">
                <a:solidFill>
                  <a:srgbClr val="9A9E97"/>
                </a:solidFill>
                <a:latin typeface="Times New Roman"/>
                <a:cs typeface="Times New Roman"/>
              </a:rPr>
              <a:t> </a:t>
            </a:r>
            <a:r>
              <a:rPr dirty="0" sz="900" spc="95">
                <a:solidFill>
                  <a:srgbClr val="D3D1CC"/>
                </a:solidFill>
                <a:latin typeface="Arial"/>
                <a:cs typeface="Arial"/>
              </a:rPr>
              <a:t>Mika</a:t>
            </a:r>
            <a:r>
              <a:rPr dirty="0" sz="900" spc="-120">
                <a:solidFill>
                  <a:srgbClr val="D3D1CC"/>
                </a:solidFill>
                <a:latin typeface="Arial"/>
                <a:cs typeface="Arial"/>
              </a:rPr>
              <a:t> </a:t>
            </a:r>
            <a:r>
              <a:rPr dirty="0" sz="900" spc="-25">
                <a:solidFill>
                  <a:srgbClr val="D3D1CC"/>
                </a:solidFill>
                <a:latin typeface="Arial"/>
                <a:cs typeface="Arial"/>
              </a:rPr>
              <a:t>SOK</a:t>
            </a:r>
            <a:endParaRPr sz="900">
              <a:latin typeface="Arial"/>
              <a:cs typeface="Arial"/>
            </a:endParaRPr>
          </a:p>
        </p:txBody>
      </p:sp>
      <p:sp>
        <p:nvSpPr>
          <p:cNvPr id="152" name="object 152"/>
          <p:cNvSpPr txBox="1"/>
          <p:nvPr/>
        </p:nvSpPr>
        <p:spPr>
          <a:xfrm>
            <a:off x="13726411" y="8670062"/>
            <a:ext cx="466090" cy="141605"/>
          </a:xfrm>
          <a:prstGeom prst="rect">
            <a:avLst/>
          </a:prstGeom>
          <a:solidFill>
            <a:srgbClr val="67625B"/>
          </a:solidFill>
        </p:spPr>
        <p:txBody>
          <a:bodyPr wrap="square" lIns="0" tIns="5080" rIns="0" bIns="0" rtlCol="0" vert="horz">
            <a:spAutoFit/>
          </a:bodyPr>
          <a:lstStyle/>
          <a:p>
            <a:pPr>
              <a:lnSpc>
                <a:spcPts val="1070"/>
              </a:lnSpc>
              <a:spcBef>
                <a:spcPts val="40"/>
              </a:spcBef>
            </a:pPr>
            <a:r>
              <a:rPr dirty="0" sz="950">
                <a:solidFill>
                  <a:srgbClr val="A3A3BA"/>
                </a:solidFill>
                <a:latin typeface="Arial"/>
                <a:cs typeface="Arial"/>
              </a:rPr>
              <a:t>o</a:t>
            </a:r>
            <a:r>
              <a:rPr dirty="0" sz="950" spc="60">
                <a:solidFill>
                  <a:srgbClr val="A3A3BA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D3D1CC"/>
                </a:solidFill>
                <a:latin typeface="Arial"/>
                <a:cs typeface="Arial"/>
              </a:rPr>
              <a:t>RcAct</a:t>
            </a:r>
            <a:endParaRPr sz="950">
              <a:latin typeface="Arial"/>
              <a:cs typeface="Arial"/>
            </a:endParaRPr>
          </a:p>
        </p:txBody>
      </p:sp>
      <p:sp>
        <p:nvSpPr>
          <p:cNvPr id="153" name="object 153"/>
          <p:cNvSpPr txBox="1"/>
          <p:nvPr/>
        </p:nvSpPr>
        <p:spPr>
          <a:xfrm>
            <a:off x="13726411" y="8811541"/>
            <a:ext cx="440690" cy="139065"/>
          </a:xfrm>
          <a:prstGeom prst="rect">
            <a:avLst/>
          </a:prstGeom>
          <a:solidFill>
            <a:srgbClr val="67625B"/>
          </a:solidFill>
        </p:spPr>
        <p:txBody>
          <a:bodyPr wrap="square" lIns="0" tIns="0" rIns="0" bIns="0" rtlCol="0" vert="horz">
            <a:spAutoFit/>
          </a:bodyPr>
          <a:lstStyle/>
          <a:p>
            <a:pPr marL="19685">
              <a:lnSpc>
                <a:spcPts val="975"/>
              </a:lnSpc>
            </a:pPr>
            <a:r>
              <a:rPr dirty="0" sz="950" spc="-10">
                <a:solidFill>
                  <a:srgbClr val="D3D1CC"/>
                </a:solidFill>
                <a:latin typeface="Arial"/>
                <a:cs typeface="Arial"/>
              </a:rPr>
              <a:t>Pettsm</a:t>
            </a:r>
            <a:endParaRPr sz="950">
              <a:latin typeface="Arial"/>
              <a:cs typeface="Arial"/>
            </a:endParaRPr>
          </a:p>
        </p:txBody>
      </p:sp>
      <p:sp>
        <p:nvSpPr>
          <p:cNvPr id="154" name="object 154"/>
          <p:cNvSpPr/>
          <p:nvPr/>
        </p:nvSpPr>
        <p:spPr>
          <a:xfrm>
            <a:off x="15084409" y="8670062"/>
            <a:ext cx="229870" cy="165735"/>
          </a:xfrm>
          <a:custGeom>
            <a:avLst/>
            <a:gdLst/>
            <a:ahLst/>
            <a:cxnLst/>
            <a:rect l="l" t="t" r="r" b="b"/>
            <a:pathLst>
              <a:path w="229869" h="165734">
                <a:moveTo>
                  <a:pt x="229264" y="165454"/>
                </a:moveTo>
                <a:lnTo>
                  <a:pt x="0" y="165454"/>
                </a:lnTo>
                <a:lnTo>
                  <a:pt x="0" y="0"/>
                </a:lnTo>
                <a:lnTo>
                  <a:pt x="229264" y="0"/>
                </a:lnTo>
                <a:lnTo>
                  <a:pt x="229264" y="165454"/>
                </a:lnTo>
                <a:close/>
              </a:path>
            </a:pathLst>
          </a:custGeom>
          <a:solidFill>
            <a:srgbClr val="67625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5" name="object 155"/>
          <p:cNvSpPr txBox="1"/>
          <p:nvPr/>
        </p:nvSpPr>
        <p:spPr>
          <a:xfrm>
            <a:off x="14955876" y="8662160"/>
            <a:ext cx="388620" cy="1714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950">
                <a:solidFill>
                  <a:srgbClr val="AC9077"/>
                </a:solidFill>
                <a:latin typeface="Arial"/>
                <a:cs typeface="Arial"/>
              </a:rPr>
              <a:t>,.</a:t>
            </a:r>
            <a:r>
              <a:rPr dirty="0" sz="950" spc="110">
                <a:solidFill>
                  <a:srgbClr val="AC9077"/>
                </a:solidFill>
                <a:latin typeface="Arial"/>
                <a:cs typeface="Arial"/>
              </a:rPr>
              <a:t> </a:t>
            </a:r>
            <a:r>
              <a:rPr dirty="0" sz="950" spc="-25">
                <a:solidFill>
                  <a:srgbClr val="D6E6E4"/>
                </a:solidFill>
                <a:latin typeface="Arial"/>
                <a:cs typeface="Arial"/>
              </a:rPr>
              <a:t>LUA</a:t>
            </a:r>
            <a:endParaRPr sz="950">
              <a:latin typeface="Arial"/>
              <a:cs typeface="Arial"/>
            </a:endParaRPr>
          </a:p>
        </p:txBody>
      </p:sp>
      <p:sp>
        <p:nvSpPr>
          <p:cNvPr id="156" name="object 156"/>
          <p:cNvSpPr/>
          <p:nvPr/>
        </p:nvSpPr>
        <p:spPr>
          <a:xfrm>
            <a:off x="14940598" y="8797723"/>
            <a:ext cx="394970" cy="165735"/>
          </a:xfrm>
          <a:custGeom>
            <a:avLst/>
            <a:gdLst/>
            <a:ahLst/>
            <a:cxnLst/>
            <a:rect l="l" t="t" r="r" b="b"/>
            <a:pathLst>
              <a:path w="394969" h="165734">
                <a:moveTo>
                  <a:pt x="394844" y="165454"/>
                </a:moveTo>
                <a:lnTo>
                  <a:pt x="0" y="165454"/>
                </a:lnTo>
                <a:lnTo>
                  <a:pt x="0" y="0"/>
                </a:lnTo>
                <a:lnTo>
                  <a:pt x="394844" y="0"/>
                </a:lnTo>
                <a:lnTo>
                  <a:pt x="394844" y="165454"/>
                </a:lnTo>
                <a:close/>
              </a:path>
            </a:pathLst>
          </a:custGeom>
          <a:solidFill>
            <a:srgbClr val="67625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7" name="object 157"/>
          <p:cNvSpPr txBox="1"/>
          <p:nvPr/>
        </p:nvSpPr>
        <p:spPr>
          <a:xfrm>
            <a:off x="14927884" y="8789822"/>
            <a:ext cx="432434" cy="1714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950" spc="-10">
                <a:solidFill>
                  <a:srgbClr val="D3D1CC"/>
                </a:solidFill>
                <a:latin typeface="Arial"/>
                <a:cs typeface="Arial"/>
              </a:rPr>
              <a:t>Agoms</a:t>
            </a:r>
            <a:endParaRPr sz="950">
              <a:latin typeface="Arial"/>
              <a:cs typeface="Arial"/>
            </a:endParaRPr>
          </a:p>
        </p:txBody>
      </p:sp>
      <p:sp>
        <p:nvSpPr>
          <p:cNvPr id="158" name="object 15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00"/>
              </a:lnSpc>
            </a:pPr>
            <a:r>
              <a:rPr dirty="0" sz="1300" spc="-20"/>
              <a:t>Isl\</a:t>
            </a:r>
            <a:r>
              <a:rPr dirty="0" sz="1300" spc="-45"/>
              <a:t> </a:t>
            </a:r>
            <a:r>
              <a:rPr dirty="0" spc="-10">
                <a:solidFill>
                  <a:srgbClr val="151311"/>
                </a:solidFill>
              </a:rPr>
              <a:t>N</a:t>
            </a:r>
            <a:r>
              <a:rPr dirty="0" spc="-10"/>
              <a:t>otebookL</a:t>
            </a:r>
            <a:r>
              <a:rPr dirty="0" spc="-10">
                <a:solidFill>
                  <a:srgbClr val="151311"/>
                </a:solidFill>
              </a:rPr>
              <a:t>M</a:t>
            </a:r>
            <a:endParaRPr sz="13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27822" y="6562063"/>
            <a:ext cx="789688" cy="740436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833508" y="3217332"/>
            <a:ext cx="178316" cy="324260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629718" y="7404629"/>
            <a:ext cx="382107" cy="1634066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878847" y="3191800"/>
            <a:ext cx="0" cy="1609090"/>
          </a:xfrm>
          <a:custGeom>
            <a:avLst/>
            <a:gdLst/>
            <a:ahLst/>
            <a:cxnLst/>
            <a:rect l="l" t="t" r="r" b="b"/>
            <a:pathLst>
              <a:path w="0" h="1609089">
                <a:moveTo>
                  <a:pt x="0" y="1608533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222137" y="3217332"/>
            <a:ext cx="0" cy="1583055"/>
          </a:xfrm>
          <a:custGeom>
            <a:avLst/>
            <a:gdLst/>
            <a:ahLst/>
            <a:cxnLst/>
            <a:rect l="l" t="t" r="r" b="b"/>
            <a:pathLst>
              <a:path w="0" h="1583054">
                <a:moveTo>
                  <a:pt x="0" y="1583001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1565122" y="4034365"/>
            <a:ext cx="0" cy="3268345"/>
          </a:xfrm>
          <a:custGeom>
            <a:avLst/>
            <a:gdLst/>
            <a:ahLst/>
            <a:cxnLst/>
            <a:rect l="l" t="t" r="r" b="b"/>
            <a:pathLst>
              <a:path w="0" h="3268345">
                <a:moveTo>
                  <a:pt x="0" y="3268132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6621680" y="4034365"/>
            <a:ext cx="0" cy="3268345"/>
          </a:xfrm>
          <a:custGeom>
            <a:avLst/>
            <a:gdLst/>
            <a:ahLst/>
            <a:cxnLst/>
            <a:rect l="l" t="t" r="r" b="b"/>
            <a:pathLst>
              <a:path w="0" h="3268345">
                <a:moveTo>
                  <a:pt x="0" y="3268132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866110" y="3217332"/>
            <a:ext cx="4381500" cy="0"/>
          </a:xfrm>
          <a:custGeom>
            <a:avLst/>
            <a:gdLst/>
            <a:ahLst/>
            <a:cxnLst/>
            <a:rect l="l" t="t" r="r" b="b"/>
            <a:pathLst>
              <a:path w="4381500" h="0">
                <a:moveTo>
                  <a:pt x="0" y="0"/>
                </a:moveTo>
                <a:lnTo>
                  <a:pt x="4381500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5222137" y="3996067"/>
            <a:ext cx="611505" cy="0"/>
          </a:xfrm>
          <a:custGeom>
            <a:avLst/>
            <a:gdLst/>
            <a:ahLst/>
            <a:cxnLst/>
            <a:rect l="l" t="t" r="r" b="b"/>
            <a:pathLst>
              <a:path w="611504" h="0">
                <a:moveTo>
                  <a:pt x="0" y="0"/>
                </a:moveTo>
                <a:lnTo>
                  <a:pt x="611372" y="0"/>
                </a:lnTo>
              </a:path>
            </a:pathLst>
          </a:custGeom>
          <a:ln w="5106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1565122" y="4047131"/>
            <a:ext cx="5069840" cy="0"/>
          </a:xfrm>
          <a:custGeom>
            <a:avLst/>
            <a:gdLst/>
            <a:ahLst/>
            <a:cxnLst/>
            <a:rect l="l" t="t" r="r" b="b"/>
            <a:pathLst>
              <a:path w="5069840" h="0">
                <a:moveTo>
                  <a:pt x="0" y="0"/>
                </a:moveTo>
                <a:lnTo>
                  <a:pt x="5069293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866110" y="4774801"/>
            <a:ext cx="4381500" cy="0"/>
          </a:xfrm>
          <a:custGeom>
            <a:avLst/>
            <a:gdLst/>
            <a:ahLst/>
            <a:cxnLst/>
            <a:rect l="l" t="t" r="r" b="b"/>
            <a:pathLst>
              <a:path w="4381500" h="0">
                <a:moveTo>
                  <a:pt x="0" y="0"/>
                </a:moveTo>
                <a:lnTo>
                  <a:pt x="4381500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6011826" y="4927995"/>
            <a:ext cx="636905" cy="0"/>
          </a:xfrm>
          <a:custGeom>
            <a:avLst/>
            <a:gdLst/>
            <a:ahLst/>
            <a:cxnLst/>
            <a:rect l="l" t="t" r="r" b="b"/>
            <a:pathLst>
              <a:path w="636904" h="0">
                <a:moveTo>
                  <a:pt x="0" y="0"/>
                </a:moveTo>
                <a:lnTo>
                  <a:pt x="636845" y="0"/>
                </a:lnTo>
              </a:path>
            </a:pathLst>
          </a:custGeom>
          <a:ln w="6383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5222137" y="6153544"/>
            <a:ext cx="611505" cy="0"/>
          </a:xfrm>
          <a:custGeom>
            <a:avLst/>
            <a:gdLst/>
            <a:ahLst/>
            <a:cxnLst/>
            <a:rect l="l" t="t" r="r" b="b"/>
            <a:pathLst>
              <a:path w="611504" h="0">
                <a:moveTo>
                  <a:pt x="0" y="0"/>
                </a:moveTo>
                <a:lnTo>
                  <a:pt x="611372" y="0"/>
                </a:lnTo>
              </a:path>
            </a:pathLst>
          </a:custGeom>
          <a:ln w="5106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11565122" y="7276965"/>
            <a:ext cx="5069840" cy="0"/>
          </a:xfrm>
          <a:custGeom>
            <a:avLst/>
            <a:gdLst/>
            <a:ahLst/>
            <a:cxnLst/>
            <a:rect l="l" t="t" r="r" b="b"/>
            <a:pathLst>
              <a:path w="5069840" h="0">
                <a:moveTo>
                  <a:pt x="0" y="0"/>
                </a:moveTo>
                <a:lnTo>
                  <a:pt x="5069293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6011826" y="8042933"/>
            <a:ext cx="636905" cy="0"/>
          </a:xfrm>
          <a:custGeom>
            <a:avLst/>
            <a:gdLst/>
            <a:ahLst/>
            <a:cxnLst/>
            <a:rect l="l" t="t" r="r" b="b"/>
            <a:pathLst>
              <a:path w="636904" h="0">
                <a:moveTo>
                  <a:pt x="0" y="0"/>
                </a:moveTo>
                <a:lnTo>
                  <a:pt x="636845" y="0"/>
                </a:lnTo>
              </a:path>
            </a:pathLst>
          </a:custGeom>
          <a:ln w="6383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$PPTXTitle"/>
          <p:cNvSpPr txBox="1">
            <a:spLocks noGrp="1"/>
          </p:cNvSpPr>
          <p:nvPr>
            <p:ph type="title"/>
          </p:nvPr>
        </p:nvSpPr>
        <p:spPr>
          <a:xfrm>
            <a:off x="853034" y="734384"/>
            <a:ext cx="14683740" cy="661670"/>
          </a:xfrm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4150"/>
              <a:t>Pillar</a:t>
            </a:r>
            <a:r>
              <a:rPr dirty="0" sz="4150" spc="-80"/>
              <a:t> </a:t>
            </a:r>
            <a:r>
              <a:rPr dirty="0" sz="4150"/>
              <a:t>1:</a:t>
            </a:r>
            <a:r>
              <a:rPr dirty="0" sz="4150" spc="-370"/>
              <a:t> </a:t>
            </a:r>
            <a:r>
              <a:rPr dirty="0" sz="4150" spc="190"/>
              <a:t>The</a:t>
            </a:r>
            <a:r>
              <a:rPr dirty="0" sz="4150" spc="-190"/>
              <a:t> </a:t>
            </a:r>
            <a:r>
              <a:rPr dirty="0" sz="4150" spc="80"/>
              <a:t>Durable</a:t>
            </a:r>
            <a:r>
              <a:rPr dirty="0" sz="4150" spc="30"/>
              <a:t> </a:t>
            </a:r>
            <a:r>
              <a:rPr dirty="0" sz="4150" spc="85"/>
              <a:t>Workflow</a:t>
            </a:r>
            <a:r>
              <a:rPr dirty="0" sz="4150" spc="229"/>
              <a:t> </a:t>
            </a:r>
            <a:r>
              <a:rPr dirty="0" sz="4150" spc="105"/>
              <a:t>Guarantees</a:t>
            </a:r>
            <a:r>
              <a:rPr dirty="0" sz="4150" spc="-80"/>
              <a:t> </a:t>
            </a:r>
            <a:r>
              <a:rPr dirty="0" sz="4150" spc="105"/>
              <a:t>No</a:t>
            </a:r>
            <a:r>
              <a:rPr dirty="0" sz="4150" spc="-180"/>
              <a:t> </a:t>
            </a:r>
            <a:r>
              <a:rPr dirty="0" sz="4150"/>
              <a:t>Lost</a:t>
            </a:r>
            <a:r>
              <a:rPr dirty="0" sz="4150" spc="-30"/>
              <a:t> </a:t>
            </a:r>
            <a:r>
              <a:rPr dirty="0" sz="4150" spc="100"/>
              <a:t>Work</a:t>
            </a:r>
            <a:endParaRPr sz="4150"/>
          </a:p>
        </p:txBody>
      </p:sp>
      <p:sp>
        <p:nvSpPr>
          <p:cNvPr id="28" name="object 2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00"/>
              </a:lnSpc>
            </a:pPr>
            <a:r>
              <a:rPr dirty="0" sz="1300" spc="-20"/>
              <a:t>Isl\</a:t>
            </a:r>
            <a:r>
              <a:rPr dirty="0" sz="1300" spc="-45"/>
              <a:t> </a:t>
            </a:r>
            <a:r>
              <a:rPr dirty="0" spc="-10">
                <a:solidFill>
                  <a:srgbClr val="151311"/>
                </a:solidFill>
              </a:rPr>
              <a:t>N</a:t>
            </a:r>
            <a:r>
              <a:rPr dirty="0" spc="-10"/>
              <a:t>otebookL</a:t>
            </a:r>
            <a:r>
              <a:rPr dirty="0" spc="-10">
                <a:solidFill>
                  <a:srgbClr val="151311"/>
                </a:solidFill>
              </a:rPr>
              <a:t>M</a:t>
            </a:r>
            <a:endParaRPr sz="1300"/>
          </a:p>
        </p:txBody>
      </p:sp>
      <p:sp>
        <p:nvSpPr>
          <p:cNvPr id="18" name="object 18"/>
          <p:cNvSpPr txBox="1"/>
          <p:nvPr/>
        </p:nvSpPr>
        <p:spPr>
          <a:xfrm>
            <a:off x="860702" y="1719928"/>
            <a:ext cx="14323060" cy="104711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10160">
              <a:lnSpc>
                <a:spcPct val="117600"/>
              </a:lnSpc>
              <a:spcBef>
                <a:spcPts val="95"/>
              </a:spcBef>
              <a:tabLst>
                <a:tab pos="3470275" algn="l"/>
              </a:tabLst>
            </a:pPr>
            <a:r>
              <a:rPr dirty="0" sz="2850" spc="260" b="1">
                <a:solidFill>
                  <a:srgbClr val="030301"/>
                </a:solidFill>
                <a:latin typeface="Arial"/>
                <a:cs typeface="Arial"/>
              </a:rPr>
              <a:t>The</a:t>
            </a:r>
            <a:r>
              <a:rPr dirty="0" sz="2800" spc="260">
                <a:solidFill>
                  <a:srgbClr val="23211D"/>
                </a:solidFill>
                <a:latin typeface="Times New Roman"/>
                <a:cs typeface="Times New Roman"/>
              </a:rPr>
              <a:t>'</a:t>
            </a:r>
            <a:r>
              <a:rPr dirty="0" sz="2800" spc="260">
                <a:solidFill>
                  <a:srgbClr val="030301"/>
                </a:solidFill>
                <a:latin typeface="Times New Roman"/>
                <a:cs typeface="Times New Roman"/>
              </a:rPr>
              <a:t>IdpWorkflow</a:t>
            </a:r>
            <a:r>
              <a:rPr dirty="0" sz="2800" spc="260">
                <a:solidFill>
                  <a:srgbClr val="23211D"/>
                </a:solidFill>
                <a:latin typeface="Times New Roman"/>
                <a:cs typeface="Times New Roman"/>
              </a:rPr>
              <a:t>'</a:t>
            </a:r>
            <a:r>
              <a:rPr dirty="0" sz="2800">
                <a:solidFill>
                  <a:srgbClr val="23211D"/>
                </a:solidFill>
                <a:latin typeface="Times New Roman"/>
                <a:cs typeface="Times New Roman"/>
              </a:rPr>
              <a:t>	</a:t>
            </a:r>
            <a:r>
              <a:rPr dirty="0" sz="2850" b="1">
                <a:solidFill>
                  <a:srgbClr val="030301"/>
                </a:solidFill>
                <a:latin typeface="Arial"/>
                <a:cs typeface="Arial"/>
              </a:rPr>
              <a:t>persists</a:t>
            </a:r>
            <a:r>
              <a:rPr dirty="0" sz="2850" spc="145" b="1">
                <a:solidFill>
                  <a:srgbClr val="030301"/>
                </a:solidFill>
                <a:latin typeface="Arial"/>
                <a:cs typeface="Arial"/>
              </a:rPr>
              <a:t> </a:t>
            </a:r>
            <a:r>
              <a:rPr dirty="0" sz="2850" spc="75" b="1">
                <a:solidFill>
                  <a:srgbClr val="030301"/>
                </a:solidFill>
                <a:latin typeface="Arial"/>
                <a:cs typeface="Arial"/>
              </a:rPr>
              <a:t>state</a:t>
            </a:r>
            <a:r>
              <a:rPr dirty="0" sz="2850" spc="80" b="1">
                <a:solidFill>
                  <a:srgbClr val="030301"/>
                </a:solidFill>
                <a:latin typeface="Arial"/>
                <a:cs typeface="Arial"/>
              </a:rPr>
              <a:t> </a:t>
            </a:r>
            <a:r>
              <a:rPr dirty="0" sz="2850" spc="75" b="1">
                <a:solidFill>
                  <a:srgbClr val="030301"/>
                </a:solidFill>
                <a:latin typeface="Arial"/>
                <a:cs typeface="Arial"/>
              </a:rPr>
              <a:t>at</a:t>
            </a:r>
            <a:r>
              <a:rPr dirty="0" sz="2850" spc="95" b="1">
                <a:solidFill>
                  <a:srgbClr val="030301"/>
                </a:solidFill>
                <a:latin typeface="Arial"/>
                <a:cs typeface="Arial"/>
              </a:rPr>
              <a:t> </a:t>
            </a:r>
            <a:r>
              <a:rPr dirty="0" sz="2850" spc="70" b="1">
                <a:solidFill>
                  <a:srgbClr val="030301"/>
                </a:solidFill>
                <a:latin typeface="Arial"/>
                <a:cs typeface="Arial"/>
              </a:rPr>
              <a:t>every</a:t>
            </a:r>
            <a:r>
              <a:rPr dirty="0" sz="2850" spc="195" b="1">
                <a:solidFill>
                  <a:srgbClr val="030301"/>
                </a:solidFill>
                <a:latin typeface="Arial"/>
                <a:cs typeface="Arial"/>
              </a:rPr>
              <a:t> </a:t>
            </a:r>
            <a:r>
              <a:rPr dirty="0" sz="2850" b="1">
                <a:solidFill>
                  <a:srgbClr val="030301"/>
                </a:solidFill>
                <a:latin typeface="Arial"/>
                <a:cs typeface="Arial"/>
              </a:rPr>
              <a:t>step,</a:t>
            </a:r>
            <a:r>
              <a:rPr dirty="0" sz="2850" spc="105" b="1">
                <a:solidFill>
                  <a:srgbClr val="030301"/>
                </a:solidFill>
                <a:latin typeface="Arial"/>
                <a:cs typeface="Arial"/>
              </a:rPr>
              <a:t> </a:t>
            </a:r>
            <a:r>
              <a:rPr dirty="0" sz="2850" b="1">
                <a:solidFill>
                  <a:srgbClr val="030301"/>
                </a:solidFill>
                <a:latin typeface="Arial"/>
                <a:cs typeface="Arial"/>
              </a:rPr>
              <a:t>enabling</a:t>
            </a:r>
            <a:r>
              <a:rPr dirty="0" sz="2850" spc="130" b="1">
                <a:solidFill>
                  <a:srgbClr val="030301"/>
                </a:solidFill>
                <a:latin typeface="Arial"/>
                <a:cs typeface="Arial"/>
              </a:rPr>
              <a:t> </a:t>
            </a:r>
            <a:r>
              <a:rPr dirty="0" sz="2850" b="1">
                <a:solidFill>
                  <a:srgbClr val="030301"/>
                </a:solidFill>
                <a:latin typeface="Arial"/>
                <a:cs typeface="Arial"/>
              </a:rPr>
              <a:t>automatic</a:t>
            </a:r>
            <a:r>
              <a:rPr dirty="0" sz="2850" spc="250" b="1">
                <a:solidFill>
                  <a:srgbClr val="030301"/>
                </a:solidFill>
                <a:latin typeface="Arial"/>
                <a:cs typeface="Arial"/>
              </a:rPr>
              <a:t> </a:t>
            </a:r>
            <a:r>
              <a:rPr dirty="0" sz="2850" b="1">
                <a:solidFill>
                  <a:srgbClr val="030301"/>
                </a:solidFill>
                <a:latin typeface="Arial"/>
                <a:cs typeface="Arial"/>
              </a:rPr>
              <a:t>recovery</a:t>
            </a:r>
            <a:r>
              <a:rPr dirty="0" sz="2850" spc="125" b="1">
                <a:solidFill>
                  <a:srgbClr val="030301"/>
                </a:solidFill>
                <a:latin typeface="Arial"/>
                <a:cs typeface="Arial"/>
              </a:rPr>
              <a:t> </a:t>
            </a:r>
            <a:r>
              <a:rPr dirty="0" sz="2850" spc="50" b="1">
                <a:solidFill>
                  <a:srgbClr val="030301"/>
                </a:solidFill>
                <a:latin typeface="Arial"/>
                <a:cs typeface="Arial"/>
              </a:rPr>
              <a:t>and </a:t>
            </a:r>
            <a:r>
              <a:rPr dirty="0" sz="2850" spc="135" b="1">
                <a:solidFill>
                  <a:srgbClr val="030301"/>
                </a:solidFill>
                <a:latin typeface="Arial"/>
                <a:cs typeface="Arial"/>
              </a:rPr>
              <a:t>targeted</a:t>
            </a:r>
            <a:r>
              <a:rPr dirty="0" sz="2850" spc="-80" b="1">
                <a:solidFill>
                  <a:srgbClr val="030301"/>
                </a:solidFill>
                <a:latin typeface="Arial"/>
                <a:cs typeface="Arial"/>
              </a:rPr>
              <a:t> </a:t>
            </a:r>
            <a:r>
              <a:rPr dirty="0" sz="2850" spc="100" b="1">
                <a:solidFill>
                  <a:srgbClr val="030301"/>
                </a:solidFill>
                <a:latin typeface="Arial"/>
                <a:cs typeface="Arial"/>
              </a:rPr>
              <a:t>retries.</a:t>
            </a:r>
            <a:r>
              <a:rPr dirty="0" sz="2850" spc="-95" b="1">
                <a:solidFill>
                  <a:srgbClr val="030301"/>
                </a:solidFill>
                <a:latin typeface="Arial"/>
                <a:cs typeface="Arial"/>
              </a:rPr>
              <a:t> </a:t>
            </a:r>
            <a:r>
              <a:rPr dirty="0" sz="2850" spc="80" b="1">
                <a:solidFill>
                  <a:srgbClr val="030301"/>
                </a:solidFill>
                <a:latin typeface="Arial"/>
                <a:cs typeface="Arial"/>
              </a:rPr>
              <a:t>This</a:t>
            </a:r>
            <a:r>
              <a:rPr dirty="0" sz="2850" spc="-235" b="1">
                <a:solidFill>
                  <a:srgbClr val="030301"/>
                </a:solidFill>
                <a:latin typeface="Arial"/>
                <a:cs typeface="Arial"/>
              </a:rPr>
              <a:t> </a:t>
            </a:r>
            <a:r>
              <a:rPr dirty="0" sz="2850" spc="65" b="1">
                <a:solidFill>
                  <a:srgbClr val="030301"/>
                </a:solidFill>
                <a:latin typeface="Arial"/>
                <a:cs typeface="Arial"/>
              </a:rPr>
              <a:t>is</a:t>
            </a:r>
            <a:r>
              <a:rPr dirty="0" sz="2850" spc="-40" b="1">
                <a:solidFill>
                  <a:srgbClr val="030301"/>
                </a:solidFill>
                <a:latin typeface="Arial"/>
                <a:cs typeface="Arial"/>
              </a:rPr>
              <a:t> </a:t>
            </a:r>
            <a:r>
              <a:rPr dirty="0" sz="2850" spc="80" b="1">
                <a:solidFill>
                  <a:srgbClr val="030301"/>
                </a:solidFill>
                <a:latin typeface="Arial"/>
                <a:cs typeface="Arial"/>
              </a:rPr>
              <a:t>the</a:t>
            </a:r>
            <a:r>
              <a:rPr dirty="0" sz="2850" spc="105" b="1">
                <a:solidFill>
                  <a:srgbClr val="030301"/>
                </a:solidFill>
                <a:latin typeface="Arial"/>
                <a:cs typeface="Arial"/>
              </a:rPr>
              <a:t> </a:t>
            </a:r>
            <a:r>
              <a:rPr dirty="0" sz="2850" spc="80" b="1">
                <a:solidFill>
                  <a:srgbClr val="030301"/>
                </a:solidFill>
                <a:latin typeface="Arial"/>
                <a:cs typeface="Arial"/>
              </a:rPr>
              <a:t>foundation</a:t>
            </a:r>
            <a:r>
              <a:rPr dirty="0" sz="2850" spc="65" b="1">
                <a:solidFill>
                  <a:srgbClr val="030301"/>
                </a:solidFill>
                <a:latin typeface="Arial"/>
                <a:cs typeface="Arial"/>
              </a:rPr>
              <a:t> </a:t>
            </a:r>
            <a:r>
              <a:rPr dirty="0" sz="2850" spc="90" b="1">
                <a:solidFill>
                  <a:srgbClr val="030301"/>
                </a:solidFill>
                <a:latin typeface="Arial"/>
                <a:cs typeface="Arial"/>
              </a:rPr>
              <a:t>of</a:t>
            </a:r>
            <a:r>
              <a:rPr dirty="0" sz="2850" spc="-60" b="1">
                <a:solidFill>
                  <a:srgbClr val="030301"/>
                </a:solidFill>
                <a:latin typeface="Arial"/>
                <a:cs typeface="Arial"/>
              </a:rPr>
              <a:t> </a:t>
            </a:r>
            <a:r>
              <a:rPr dirty="0" sz="2850" spc="55" b="1">
                <a:solidFill>
                  <a:srgbClr val="030301"/>
                </a:solidFill>
                <a:latin typeface="Arial"/>
                <a:cs typeface="Arial"/>
              </a:rPr>
              <a:t>our</a:t>
            </a:r>
            <a:r>
              <a:rPr dirty="0" sz="2850" b="1">
                <a:solidFill>
                  <a:srgbClr val="030301"/>
                </a:solidFill>
                <a:latin typeface="Arial"/>
                <a:cs typeface="Arial"/>
              </a:rPr>
              <a:t> </a:t>
            </a:r>
            <a:r>
              <a:rPr dirty="0" sz="2850" spc="55" b="1">
                <a:solidFill>
                  <a:srgbClr val="030301"/>
                </a:solidFill>
                <a:latin typeface="Arial"/>
                <a:cs typeface="Arial"/>
              </a:rPr>
              <a:t>system's</a:t>
            </a:r>
            <a:r>
              <a:rPr dirty="0" sz="2850" spc="35" b="1">
                <a:solidFill>
                  <a:srgbClr val="030301"/>
                </a:solidFill>
                <a:latin typeface="Arial"/>
                <a:cs typeface="Arial"/>
              </a:rPr>
              <a:t> </a:t>
            </a:r>
            <a:r>
              <a:rPr dirty="0" sz="2850" spc="60" b="1">
                <a:solidFill>
                  <a:srgbClr val="030301"/>
                </a:solidFill>
                <a:latin typeface="Arial"/>
                <a:cs typeface="Arial"/>
              </a:rPr>
              <a:t>resilience.</a:t>
            </a:r>
            <a:endParaRPr sz="285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85215" y="3347615"/>
            <a:ext cx="4324350" cy="1238250"/>
          </a:xfrm>
          <a:prstGeom prst="rect">
            <a:avLst/>
          </a:prstGeom>
        </p:spPr>
        <p:txBody>
          <a:bodyPr wrap="square" lIns="0" tIns="50165" rIns="0" bIns="0" rtlCol="0" vert="horz">
            <a:spAutoFit/>
          </a:bodyPr>
          <a:lstStyle/>
          <a:p>
            <a:pPr marL="221615">
              <a:lnSpc>
                <a:spcPct val="100000"/>
              </a:lnSpc>
              <a:spcBef>
                <a:spcPts val="395"/>
              </a:spcBef>
            </a:pPr>
            <a:r>
              <a:rPr dirty="0" sz="2600" spc="-95" b="1">
                <a:solidFill>
                  <a:srgbClr val="030301"/>
                </a:solidFill>
                <a:latin typeface="Arial"/>
                <a:cs typeface="Arial"/>
              </a:rPr>
              <a:t>1</a:t>
            </a:r>
            <a:r>
              <a:rPr dirty="0" sz="2600" spc="-95" b="1">
                <a:solidFill>
                  <a:srgbClr val="23211D"/>
                </a:solidFill>
                <a:latin typeface="Arial"/>
                <a:cs typeface="Arial"/>
              </a:rPr>
              <a:t>.</a:t>
            </a:r>
            <a:r>
              <a:rPr dirty="0" sz="2600" spc="-385" b="1">
                <a:solidFill>
                  <a:srgbClr val="23211D"/>
                </a:solidFill>
                <a:latin typeface="Arial"/>
                <a:cs typeface="Arial"/>
              </a:rPr>
              <a:t> </a:t>
            </a:r>
            <a:r>
              <a:rPr dirty="0" sz="2600" spc="-10" b="1">
                <a:solidFill>
                  <a:srgbClr val="030301"/>
                </a:solidFill>
                <a:latin typeface="Arial"/>
                <a:cs typeface="Arial"/>
              </a:rPr>
              <a:t>Ingestion</a:t>
            </a:r>
            <a:endParaRPr sz="2600">
              <a:latin typeface="Arial"/>
              <a:cs typeface="Arial"/>
            </a:endParaRPr>
          </a:p>
          <a:p>
            <a:pPr marL="219710" marR="639445" indent="9525">
              <a:lnSpc>
                <a:spcPts val="2710"/>
              </a:lnSpc>
              <a:spcBef>
                <a:spcPts val="730"/>
              </a:spcBef>
            </a:pPr>
            <a:r>
              <a:rPr dirty="0" sz="2600" spc="-30">
                <a:solidFill>
                  <a:srgbClr val="23211D"/>
                </a:solidFill>
                <a:latin typeface="Times New Roman"/>
                <a:cs typeface="Times New Roman"/>
              </a:rPr>
              <a:t>Documents</a:t>
            </a:r>
            <a:r>
              <a:rPr dirty="0" sz="2600" spc="50">
                <a:solidFill>
                  <a:srgbClr val="23211D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23211D"/>
                </a:solidFill>
                <a:latin typeface="Times New Roman"/>
                <a:cs typeface="Times New Roman"/>
              </a:rPr>
              <a:t>enter</a:t>
            </a:r>
            <a:r>
              <a:rPr dirty="0" sz="2600" spc="-150">
                <a:solidFill>
                  <a:srgbClr val="23211D"/>
                </a:solidFill>
                <a:latin typeface="Times New Roman"/>
                <a:cs typeface="Times New Roman"/>
              </a:rPr>
              <a:t> </a:t>
            </a:r>
            <a:r>
              <a:rPr dirty="0" sz="2600" spc="-40">
                <a:solidFill>
                  <a:srgbClr val="23211D"/>
                </a:solidFill>
                <a:latin typeface="Times New Roman"/>
                <a:cs typeface="Times New Roman"/>
              </a:rPr>
              <a:t>via</a:t>
            </a:r>
            <a:r>
              <a:rPr dirty="0" sz="2600" spc="-120">
                <a:solidFill>
                  <a:srgbClr val="23211D"/>
                </a:solidFill>
                <a:latin typeface="Times New Roman"/>
                <a:cs typeface="Times New Roman"/>
              </a:rPr>
              <a:t> </a:t>
            </a:r>
            <a:r>
              <a:rPr dirty="0" sz="2600" spc="-204">
                <a:solidFill>
                  <a:srgbClr val="23211D"/>
                </a:solidFill>
                <a:latin typeface="Times New Roman"/>
                <a:cs typeface="Times New Roman"/>
              </a:rPr>
              <a:t>REST </a:t>
            </a:r>
            <a:r>
              <a:rPr dirty="0" sz="2600" spc="-135">
                <a:solidFill>
                  <a:srgbClr val="23211D"/>
                </a:solidFill>
                <a:latin typeface="Times New Roman"/>
                <a:cs typeface="Times New Roman"/>
              </a:rPr>
              <a:t>API</a:t>
            </a:r>
            <a:r>
              <a:rPr dirty="0" sz="2600" spc="-235">
                <a:solidFill>
                  <a:srgbClr val="23211D"/>
                </a:solidFill>
                <a:latin typeface="Times New Roman"/>
                <a:cs typeface="Times New Roman"/>
              </a:rPr>
              <a:t> </a:t>
            </a:r>
            <a:r>
              <a:rPr dirty="0" sz="2600" spc="85">
                <a:solidFill>
                  <a:srgbClr val="23211D"/>
                </a:solidFill>
                <a:latin typeface="Times New Roman"/>
                <a:cs typeface="Times New Roman"/>
              </a:rPr>
              <a:t>or</a:t>
            </a:r>
            <a:r>
              <a:rPr dirty="0" sz="2600" spc="-250">
                <a:solidFill>
                  <a:srgbClr val="23211D"/>
                </a:solidFill>
                <a:latin typeface="Times New Roman"/>
                <a:cs typeface="Times New Roman"/>
              </a:rPr>
              <a:t> </a:t>
            </a:r>
            <a:r>
              <a:rPr dirty="0" sz="2600" spc="-70">
                <a:solidFill>
                  <a:srgbClr val="23211D"/>
                </a:solidFill>
                <a:latin typeface="Times New Roman"/>
                <a:cs typeface="Times New Roman"/>
              </a:rPr>
              <a:t>Event</a:t>
            </a:r>
            <a:r>
              <a:rPr dirty="0" sz="2600" spc="-40">
                <a:solidFill>
                  <a:srgbClr val="23211D"/>
                </a:solidFill>
                <a:latin typeface="Times New Roman"/>
                <a:cs typeface="Times New Roman"/>
              </a:rPr>
              <a:t> </a:t>
            </a:r>
            <a:r>
              <a:rPr dirty="0" sz="2600" spc="-20">
                <a:solidFill>
                  <a:srgbClr val="23211D"/>
                </a:solidFill>
                <a:latin typeface="Times New Roman"/>
                <a:cs typeface="Times New Roman"/>
              </a:rPr>
              <a:t>Hub</a:t>
            </a:r>
            <a:r>
              <a:rPr dirty="0" sz="2600" spc="-20">
                <a:solidFill>
                  <a:srgbClr val="030301"/>
                </a:solidFill>
                <a:latin typeface="Times New Roman"/>
                <a:cs typeface="Times New Roman"/>
              </a:rPr>
              <a:t>.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78847" y="5374810"/>
            <a:ext cx="4343400" cy="1557655"/>
          </a:xfrm>
          <a:prstGeom prst="rect">
            <a:avLst/>
          </a:prstGeom>
          <a:ln w="12736">
            <a:solidFill>
              <a:srgbClr val="000000"/>
            </a:solidFill>
          </a:ln>
        </p:spPr>
        <p:txBody>
          <a:bodyPr wrap="square" lIns="0" tIns="180340" rIns="0" bIns="0" rtlCol="0" vert="horz">
            <a:spAutoFit/>
          </a:bodyPr>
          <a:lstStyle/>
          <a:p>
            <a:pPr marL="241935">
              <a:lnSpc>
                <a:spcPct val="100000"/>
              </a:lnSpc>
              <a:spcBef>
                <a:spcPts val="1420"/>
              </a:spcBef>
            </a:pPr>
            <a:r>
              <a:rPr dirty="0" sz="2600" spc="60" b="1">
                <a:solidFill>
                  <a:srgbClr val="030301"/>
                </a:solidFill>
                <a:latin typeface="Arial"/>
                <a:cs typeface="Arial"/>
              </a:rPr>
              <a:t>3</a:t>
            </a:r>
            <a:r>
              <a:rPr dirty="0" sz="2600" spc="60" b="1">
                <a:solidFill>
                  <a:srgbClr val="23211D"/>
                </a:solidFill>
                <a:latin typeface="Arial"/>
                <a:cs typeface="Arial"/>
              </a:rPr>
              <a:t>.</a:t>
            </a:r>
            <a:r>
              <a:rPr dirty="0" sz="2600" spc="-215" b="1">
                <a:solidFill>
                  <a:srgbClr val="23211D"/>
                </a:solidFill>
                <a:latin typeface="Arial"/>
                <a:cs typeface="Arial"/>
              </a:rPr>
              <a:t> </a:t>
            </a:r>
            <a:r>
              <a:rPr dirty="0" sz="2600" spc="-80" b="1">
                <a:solidFill>
                  <a:srgbClr val="030301"/>
                </a:solidFill>
                <a:latin typeface="Arial"/>
                <a:cs typeface="Arial"/>
              </a:rPr>
              <a:t>Agent</a:t>
            </a:r>
            <a:r>
              <a:rPr dirty="0" sz="2600" spc="-85" b="1">
                <a:solidFill>
                  <a:srgbClr val="030301"/>
                </a:solidFill>
                <a:latin typeface="Arial"/>
                <a:cs typeface="Arial"/>
              </a:rPr>
              <a:t> </a:t>
            </a:r>
            <a:r>
              <a:rPr dirty="0" sz="2600" spc="-20" b="1">
                <a:solidFill>
                  <a:srgbClr val="030301"/>
                </a:solidFill>
                <a:latin typeface="Arial"/>
                <a:cs typeface="Arial"/>
              </a:rPr>
              <a:t>Swarm</a:t>
            </a:r>
            <a:endParaRPr sz="2600">
              <a:latin typeface="Arial"/>
              <a:cs typeface="Arial"/>
            </a:endParaRPr>
          </a:p>
          <a:p>
            <a:pPr marL="238125" marR="262890" indent="-6985">
              <a:lnSpc>
                <a:spcPts val="2810"/>
              </a:lnSpc>
              <a:spcBef>
                <a:spcPts val="650"/>
              </a:spcBef>
            </a:pPr>
            <a:r>
              <a:rPr dirty="0" sz="2600">
                <a:solidFill>
                  <a:srgbClr val="23211D"/>
                </a:solidFill>
                <a:latin typeface="Times New Roman"/>
                <a:cs typeface="Times New Roman"/>
              </a:rPr>
              <a:t>The</a:t>
            </a:r>
            <a:r>
              <a:rPr dirty="0" sz="2600" spc="-270">
                <a:solidFill>
                  <a:srgbClr val="23211D"/>
                </a:solidFill>
                <a:latin typeface="Times New Roman"/>
                <a:cs typeface="Times New Roman"/>
              </a:rPr>
              <a:t> </a:t>
            </a:r>
            <a:r>
              <a:rPr dirty="0" sz="2600" spc="-65">
                <a:solidFill>
                  <a:srgbClr val="23211D"/>
                </a:solidFill>
                <a:latin typeface="Times New Roman"/>
                <a:cs typeface="Times New Roman"/>
              </a:rPr>
              <a:t>workflow</a:t>
            </a:r>
            <a:r>
              <a:rPr dirty="0" sz="2600" spc="-45">
                <a:solidFill>
                  <a:srgbClr val="23211D"/>
                </a:solidFill>
                <a:latin typeface="Times New Roman"/>
                <a:cs typeface="Times New Roman"/>
              </a:rPr>
              <a:t> </a:t>
            </a:r>
            <a:r>
              <a:rPr dirty="0" sz="2600" spc="-10">
                <a:solidFill>
                  <a:srgbClr val="23211D"/>
                </a:solidFill>
                <a:latin typeface="Times New Roman"/>
                <a:cs typeface="Times New Roman"/>
              </a:rPr>
              <a:t>delegates</a:t>
            </a:r>
            <a:r>
              <a:rPr dirty="0" sz="2600" spc="-80">
                <a:solidFill>
                  <a:srgbClr val="23211D"/>
                </a:solidFill>
                <a:latin typeface="Times New Roman"/>
                <a:cs typeface="Times New Roman"/>
              </a:rPr>
              <a:t> </a:t>
            </a:r>
            <a:r>
              <a:rPr dirty="0" sz="2600" spc="-10">
                <a:solidFill>
                  <a:srgbClr val="23211D"/>
                </a:solidFill>
                <a:latin typeface="Times New Roman"/>
                <a:cs typeface="Times New Roman"/>
              </a:rPr>
              <a:t>tasks </a:t>
            </a:r>
            <a:r>
              <a:rPr dirty="0" sz="2600">
                <a:solidFill>
                  <a:srgbClr val="23211D"/>
                </a:solidFill>
                <a:latin typeface="Times New Roman"/>
                <a:cs typeface="Times New Roman"/>
              </a:rPr>
              <a:t>to</a:t>
            </a:r>
            <a:r>
              <a:rPr dirty="0" sz="2600" spc="-245">
                <a:solidFill>
                  <a:srgbClr val="23211D"/>
                </a:solidFill>
                <a:latin typeface="Times New Roman"/>
                <a:cs typeface="Times New Roman"/>
              </a:rPr>
              <a:t> </a:t>
            </a:r>
            <a:r>
              <a:rPr dirty="0" sz="2600" spc="-10">
                <a:solidFill>
                  <a:srgbClr val="23211D"/>
                </a:solidFill>
                <a:latin typeface="Times New Roman"/>
                <a:cs typeface="Times New Roman"/>
              </a:rPr>
              <a:t>specialized</a:t>
            </a:r>
            <a:r>
              <a:rPr dirty="0" sz="2600" spc="-90">
                <a:solidFill>
                  <a:srgbClr val="23211D"/>
                </a:solidFill>
                <a:latin typeface="Times New Roman"/>
                <a:cs typeface="Times New Roman"/>
              </a:rPr>
              <a:t> </a:t>
            </a:r>
            <a:r>
              <a:rPr dirty="0" sz="2600" spc="-10">
                <a:solidFill>
                  <a:srgbClr val="23211D"/>
                </a:solidFill>
                <a:latin typeface="Times New Roman"/>
                <a:cs typeface="Times New Roman"/>
              </a:rPr>
              <a:t>agents.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044287" y="6970645"/>
            <a:ext cx="107314" cy="3016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800" spc="-50">
                <a:solidFill>
                  <a:srgbClr val="607570"/>
                </a:solidFill>
                <a:latin typeface="Times New Roman"/>
                <a:cs typeface="Times New Roman"/>
              </a:rPr>
              <a:t>•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017486" y="7098307"/>
            <a:ext cx="160020" cy="3321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dirty="0" sz="2000" spc="-735">
                <a:solidFill>
                  <a:srgbClr val="607570"/>
                </a:solidFill>
                <a:latin typeface="Times New Roman"/>
                <a:cs typeface="Times New Roman"/>
              </a:rPr>
              <a:t>•</a:t>
            </a:r>
            <a:r>
              <a:rPr dirty="0" baseline="-30864" sz="2700" spc="-52">
                <a:solidFill>
                  <a:srgbClr val="607570"/>
                </a:solidFill>
                <a:latin typeface="Times New Roman"/>
                <a:cs typeface="Times New Roman"/>
              </a:rPr>
              <a:t>•</a:t>
            </a:r>
            <a:endParaRPr baseline="-30864" sz="27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042886" y="7379162"/>
            <a:ext cx="116839" cy="3321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000" spc="-50">
                <a:solidFill>
                  <a:srgbClr val="607570"/>
                </a:solidFill>
                <a:latin typeface="Times New Roman"/>
                <a:cs typeface="Times New Roman"/>
              </a:rPr>
              <a:t>•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970377" y="7532356"/>
            <a:ext cx="2679065" cy="5835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85090">
              <a:lnSpc>
                <a:spcPct val="100000"/>
              </a:lnSpc>
              <a:spcBef>
                <a:spcPts val="110"/>
              </a:spcBef>
            </a:pPr>
            <a:r>
              <a:rPr dirty="0" sz="2000" spc="-735">
                <a:solidFill>
                  <a:srgbClr val="607570"/>
                </a:solidFill>
                <a:latin typeface="Times New Roman"/>
                <a:cs typeface="Times New Roman"/>
              </a:rPr>
              <a:t>•</a:t>
            </a:r>
            <a:r>
              <a:rPr dirty="0" baseline="-30864" sz="2700" spc="-52">
                <a:solidFill>
                  <a:srgbClr val="607570"/>
                </a:solidFill>
                <a:latin typeface="Times New Roman"/>
                <a:cs typeface="Times New Roman"/>
              </a:rPr>
              <a:t>•</a:t>
            </a:r>
            <a:endParaRPr baseline="-30864" sz="2700">
              <a:latin typeface="Times New Roman"/>
              <a:cs typeface="Times New Roman"/>
            </a:endParaRPr>
          </a:p>
          <a:p>
            <a:pPr marL="207645" indent="-169545">
              <a:lnSpc>
                <a:spcPct val="100000"/>
              </a:lnSpc>
              <a:spcBef>
                <a:spcPts val="960"/>
              </a:spcBef>
              <a:buChar char="•"/>
              <a:tabLst>
                <a:tab pos="207645" algn="l"/>
              </a:tabLst>
            </a:pPr>
            <a:r>
              <a:rPr dirty="0" sz="850">
                <a:solidFill>
                  <a:srgbClr val="607570"/>
                </a:solidFill>
                <a:latin typeface="Arial"/>
                <a:cs typeface="Arial"/>
              </a:rPr>
              <a:t>•</a:t>
            </a:r>
            <a:r>
              <a:rPr dirty="0" sz="850" spc="165">
                <a:solidFill>
                  <a:srgbClr val="607570"/>
                </a:solidFill>
                <a:latin typeface="Arial"/>
                <a:cs typeface="Arial"/>
              </a:rPr>
              <a:t>  </a:t>
            </a:r>
            <a:r>
              <a:rPr dirty="0" sz="850">
                <a:solidFill>
                  <a:srgbClr val="607570"/>
                </a:solidFill>
                <a:latin typeface="Arial"/>
                <a:cs typeface="Arial"/>
              </a:rPr>
              <a:t>•</a:t>
            </a:r>
            <a:r>
              <a:rPr dirty="0" sz="850" spc="210">
                <a:solidFill>
                  <a:srgbClr val="607570"/>
                </a:solidFill>
                <a:latin typeface="Arial"/>
                <a:cs typeface="Arial"/>
              </a:rPr>
              <a:t>  </a:t>
            </a:r>
            <a:r>
              <a:rPr dirty="0" sz="850">
                <a:solidFill>
                  <a:srgbClr val="607570"/>
                </a:solidFill>
                <a:latin typeface="Arial"/>
                <a:cs typeface="Arial"/>
              </a:rPr>
              <a:t>•</a:t>
            </a:r>
            <a:r>
              <a:rPr dirty="0" sz="850" spc="165">
                <a:solidFill>
                  <a:srgbClr val="607570"/>
                </a:solidFill>
                <a:latin typeface="Arial"/>
                <a:cs typeface="Arial"/>
              </a:rPr>
              <a:t>  </a:t>
            </a:r>
            <a:r>
              <a:rPr dirty="0" sz="850">
                <a:solidFill>
                  <a:srgbClr val="607570"/>
                </a:solidFill>
                <a:latin typeface="Arial"/>
                <a:cs typeface="Arial"/>
              </a:rPr>
              <a:t>•</a:t>
            </a:r>
            <a:r>
              <a:rPr dirty="0" sz="850" spc="165">
                <a:solidFill>
                  <a:srgbClr val="607570"/>
                </a:solidFill>
                <a:latin typeface="Arial"/>
                <a:cs typeface="Arial"/>
              </a:rPr>
              <a:t>  </a:t>
            </a:r>
            <a:r>
              <a:rPr dirty="0" sz="850">
                <a:solidFill>
                  <a:srgbClr val="607570"/>
                </a:solidFill>
                <a:latin typeface="Arial"/>
                <a:cs typeface="Arial"/>
              </a:rPr>
              <a:t>•</a:t>
            </a:r>
            <a:r>
              <a:rPr dirty="0" sz="850" spc="215">
                <a:solidFill>
                  <a:srgbClr val="607570"/>
                </a:solidFill>
                <a:latin typeface="Arial"/>
                <a:cs typeface="Arial"/>
              </a:rPr>
              <a:t>  </a:t>
            </a:r>
            <a:r>
              <a:rPr dirty="0" sz="850">
                <a:solidFill>
                  <a:srgbClr val="607570"/>
                </a:solidFill>
                <a:latin typeface="Arial"/>
                <a:cs typeface="Arial"/>
              </a:rPr>
              <a:t>•</a:t>
            </a:r>
            <a:r>
              <a:rPr dirty="0" sz="850" spc="165">
                <a:solidFill>
                  <a:srgbClr val="607570"/>
                </a:solidFill>
                <a:latin typeface="Arial"/>
                <a:cs typeface="Arial"/>
              </a:rPr>
              <a:t>  </a:t>
            </a:r>
            <a:r>
              <a:rPr dirty="0" sz="850">
                <a:solidFill>
                  <a:srgbClr val="607570"/>
                </a:solidFill>
                <a:latin typeface="Arial"/>
                <a:cs typeface="Arial"/>
              </a:rPr>
              <a:t>•</a:t>
            </a:r>
            <a:r>
              <a:rPr dirty="0" sz="850" spc="165">
                <a:solidFill>
                  <a:srgbClr val="607570"/>
                </a:solidFill>
                <a:latin typeface="Arial"/>
                <a:cs typeface="Arial"/>
              </a:rPr>
              <a:t>  </a:t>
            </a:r>
            <a:r>
              <a:rPr dirty="0" sz="850">
                <a:solidFill>
                  <a:srgbClr val="607570"/>
                </a:solidFill>
                <a:latin typeface="Arial"/>
                <a:cs typeface="Arial"/>
              </a:rPr>
              <a:t>•</a:t>
            </a:r>
            <a:r>
              <a:rPr dirty="0" sz="850" spc="215">
                <a:solidFill>
                  <a:srgbClr val="607570"/>
                </a:solidFill>
                <a:latin typeface="Arial"/>
                <a:cs typeface="Arial"/>
              </a:rPr>
              <a:t>  </a:t>
            </a:r>
            <a:r>
              <a:rPr dirty="0" sz="850">
                <a:solidFill>
                  <a:srgbClr val="607570"/>
                </a:solidFill>
                <a:latin typeface="Arial"/>
                <a:cs typeface="Arial"/>
              </a:rPr>
              <a:t>•</a:t>
            </a:r>
            <a:r>
              <a:rPr dirty="0" sz="850" spc="165">
                <a:solidFill>
                  <a:srgbClr val="607570"/>
                </a:solidFill>
                <a:latin typeface="Arial"/>
                <a:cs typeface="Arial"/>
              </a:rPr>
              <a:t>  </a:t>
            </a:r>
            <a:r>
              <a:rPr dirty="0" sz="850">
                <a:solidFill>
                  <a:srgbClr val="607570"/>
                </a:solidFill>
                <a:latin typeface="Arial"/>
                <a:cs typeface="Arial"/>
              </a:rPr>
              <a:t>•</a:t>
            </a:r>
            <a:r>
              <a:rPr dirty="0" sz="850" spc="215">
                <a:solidFill>
                  <a:srgbClr val="607570"/>
                </a:solidFill>
                <a:latin typeface="Arial"/>
                <a:cs typeface="Arial"/>
              </a:rPr>
              <a:t>  </a:t>
            </a:r>
            <a:r>
              <a:rPr dirty="0" sz="850">
                <a:solidFill>
                  <a:srgbClr val="607570"/>
                </a:solidFill>
                <a:latin typeface="Arial"/>
                <a:cs typeface="Arial"/>
              </a:rPr>
              <a:t>•</a:t>
            </a:r>
            <a:r>
              <a:rPr dirty="0" sz="850" spc="165">
                <a:solidFill>
                  <a:srgbClr val="607570"/>
                </a:solidFill>
                <a:latin typeface="Arial"/>
                <a:cs typeface="Arial"/>
              </a:rPr>
              <a:t>  </a:t>
            </a:r>
            <a:r>
              <a:rPr dirty="0" sz="850">
                <a:solidFill>
                  <a:srgbClr val="607570"/>
                </a:solidFill>
                <a:latin typeface="Arial"/>
                <a:cs typeface="Arial"/>
              </a:rPr>
              <a:t>•</a:t>
            </a:r>
            <a:r>
              <a:rPr dirty="0" sz="850" spc="155">
                <a:solidFill>
                  <a:srgbClr val="607570"/>
                </a:solidFill>
                <a:latin typeface="Arial"/>
                <a:cs typeface="Arial"/>
              </a:rPr>
              <a:t>  </a:t>
            </a:r>
            <a:r>
              <a:rPr dirty="0" sz="850">
                <a:solidFill>
                  <a:srgbClr val="607570"/>
                </a:solidFill>
                <a:latin typeface="Arial"/>
                <a:cs typeface="Arial"/>
              </a:rPr>
              <a:t>■</a:t>
            </a:r>
            <a:r>
              <a:rPr dirty="0" sz="850" spc="465">
                <a:solidFill>
                  <a:srgbClr val="607570"/>
                </a:solidFill>
                <a:latin typeface="Arial"/>
                <a:cs typeface="Arial"/>
              </a:rPr>
              <a:t> </a:t>
            </a:r>
            <a:r>
              <a:rPr dirty="0" sz="850" spc="750">
                <a:solidFill>
                  <a:srgbClr val="607570"/>
                </a:solidFill>
                <a:latin typeface="Arial"/>
                <a:cs typeface="Arial"/>
              </a:rPr>
              <a:t>••••</a:t>
            </a:r>
            <a:endParaRPr sz="85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623198" y="4149260"/>
            <a:ext cx="4343400" cy="1557655"/>
          </a:xfrm>
          <a:prstGeom prst="rect">
            <a:avLst/>
          </a:prstGeom>
          <a:ln w="12736">
            <a:solidFill>
              <a:srgbClr val="000000"/>
            </a:solidFill>
          </a:ln>
        </p:spPr>
        <p:txBody>
          <a:bodyPr wrap="square" lIns="0" tIns="186690" rIns="0" bIns="0" rtlCol="0" vert="horz">
            <a:spAutoFit/>
          </a:bodyPr>
          <a:lstStyle/>
          <a:p>
            <a:pPr marL="172720" marR="297180" indent="73025">
              <a:lnSpc>
                <a:spcPct val="98300"/>
              </a:lnSpc>
              <a:spcBef>
                <a:spcPts val="1470"/>
              </a:spcBef>
            </a:pPr>
            <a:r>
              <a:rPr dirty="0" sz="2600" spc="60" b="1">
                <a:solidFill>
                  <a:srgbClr val="030301"/>
                </a:solidFill>
                <a:latin typeface="Arial"/>
                <a:cs typeface="Arial"/>
              </a:rPr>
              <a:t>2.</a:t>
            </a:r>
            <a:r>
              <a:rPr dirty="0" sz="2600" spc="-285" b="1">
                <a:solidFill>
                  <a:srgbClr val="030301"/>
                </a:solidFill>
                <a:latin typeface="Arial"/>
                <a:cs typeface="Arial"/>
              </a:rPr>
              <a:t> </a:t>
            </a:r>
            <a:r>
              <a:rPr dirty="0" sz="2600" spc="-10" b="1">
                <a:solidFill>
                  <a:srgbClr val="030301"/>
                </a:solidFill>
                <a:latin typeface="Arial"/>
                <a:cs typeface="Arial"/>
              </a:rPr>
              <a:t>Orchestration </a:t>
            </a:r>
            <a:r>
              <a:rPr dirty="0" sz="2600" spc="105">
                <a:solidFill>
                  <a:srgbClr val="343431"/>
                </a:solidFill>
                <a:latin typeface="Times New Roman"/>
                <a:cs typeface="Times New Roman"/>
              </a:rPr>
              <a:t>'</a:t>
            </a:r>
            <a:r>
              <a:rPr dirty="0" sz="2600" spc="105">
                <a:solidFill>
                  <a:srgbClr val="13110E"/>
                </a:solidFill>
                <a:latin typeface="Times New Roman"/>
                <a:cs typeface="Times New Roman"/>
              </a:rPr>
              <a:t>IdpWorkf</a:t>
            </a:r>
            <a:r>
              <a:rPr dirty="0" sz="2600" spc="105">
                <a:solidFill>
                  <a:srgbClr val="343431"/>
                </a:solidFill>
                <a:latin typeface="Times New Roman"/>
                <a:cs typeface="Times New Roman"/>
              </a:rPr>
              <a:t>low'</a:t>
            </a:r>
            <a:r>
              <a:rPr dirty="0" sz="2600" spc="290">
                <a:solidFill>
                  <a:srgbClr val="343431"/>
                </a:solidFill>
                <a:latin typeface="Times New Roman"/>
                <a:cs typeface="Times New Roman"/>
              </a:rPr>
              <a:t> </a:t>
            </a:r>
            <a:r>
              <a:rPr dirty="0" sz="2600" spc="-10">
                <a:solidFill>
                  <a:srgbClr val="23211D"/>
                </a:solidFill>
                <a:latin typeface="Times New Roman"/>
                <a:cs typeface="Times New Roman"/>
              </a:rPr>
              <a:t>takes </a:t>
            </a:r>
            <a:r>
              <a:rPr dirty="0" sz="2600">
                <a:solidFill>
                  <a:srgbClr val="23211D"/>
                </a:solidFill>
                <a:latin typeface="Times New Roman"/>
                <a:cs typeface="Times New Roman"/>
              </a:rPr>
              <a:t>ownersh</a:t>
            </a:r>
            <a:r>
              <a:rPr dirty="0" sz="2600">
                <a:solidFill>
                  <a:srgbClr val="030301"/>
                </a:solidFill>
                <a:latin typeface="Times New Roman"/>
                <a:cs typeface="Times New Roman"/>
              </a:rPr>
              <a:t>i</a:t>
            </a:r>
            <a:r>
              <a:rPr dirty="0" sz="2600">
                <a:solidFill>
                  <a:srgbClr val="23211D"/>
                </a:solidFill>
                <a:latin typeface="Times New Roman"/>
                <a:cs typeface="Times New Roman"/>
              </a:rPr>
              <a:t>p</a:t>
            </a:r>
            <a:r>
              <a:rPr dirty="0" sz="2600" spc="-100">
                <a:solidFill>
                  <a:srgbClr val="23211D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23211D"/>
                </a:solidFill>
                <a:latin typeface="Times New Roman"/>
                <a:cs typeface="Times New Roman"/>
              </a:rPr>
              <a:t>and</a:t>
            </a:r>
            <a:r>
              <a:rPr dirty="0" sz="2600" spc="-65">
                <a:solidFill>
                  <a:srgbClr val="23211D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23211D"/>
                </a:solidFill>
                <a:latin typeface="Times New Roman"/>
                <a:cs typeface="Times New Roman"/>
              </a:rPr>
              <a:t>persists</a:t>
            </a:r>
            <a:r>
              <a:rPr dirty="0" sz="2600" spc="-75">
                <a:solidFill>
                  <a:srgbClr val="23211D"/>
                </a:solidFill>
                <a:latin typeface="Times New Roman"/>
                <a:cs typeface="Times New Roman"/>
              </a:rPr>
              <a:t> </a:t>
            </a:r>
            <a:r>
              <a:rPr dirty="0" sz="2600" spc="-10">
                <a:solidFill>
                  <a:srgbClr val="23211D"/>
                </a:solidFill>
                <a:latin typeface="Times New Roman"/>
                <a:cs typeface="Times New Roman"/>
              </a:rPr>
              <a:t>state.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623198" y="7085473"/>
            <a:ext cx="4343400" cy="1915160"/>
          </a:xfrm>
          <a:prstGeom prst="rect">
            <a:avLst/>
          </a:prstGeom>
          <a:ln w="12736">
            <a:solidFill>
              <a:srgbClr val="000000"/>
            </a:solidFill>
          </a:ln>
        </p:spPr>
        <p:txBody>
          <a:bodyPr wrap="square" lIns="0" tIns="180340" rIns="0" bIns="0" rtlCol="0" vert="horz">
            <a:spAutoFit/>
          </a:bodyPr>
          <a:lstStyle/>
          <a:p>
            <a:pPr marL="248285">
              <a:lnSpc>
                <a:spcPct val="100000"/>
              </a:lnSpc>
              <a:spcBef>
                <a:spcPts val="1420"/>
              </a:spcBef>
            </a:pPr>
            <a:r>
              <a:rPr dirty="0" sz="2600" spc="85" b="1">
                <a:solidFill>
                  <a:srgbClr val="030301"/>
                </a:solidFill>
                <a:latin typeface="Arial"/>
                <a:cs typeface="Arial"/>
              </a:rPr>
              <a:t>4</a:t>
            </a:r>
            <a:r>
              <a:rPr dirty="0" sz="2600" spc="85" b="1">
                <a:solidFill>
                  <a:srgbClr val="23211D"/>
                </a:solidFill>
                <a:latin typeface="Arial"/>
                <a:cs typeface="Arial"/>
              </a:rPr>
              <a:t>.</a:t>
            </a:r>
            <a:r>
              <a:rPr dirty="0" sz="2600" spc="-345" b="1">
                <a:solidFill>
                  <a:srgbClr val="23211D"/>
                </a:solidFill>
                <a:latin typeface="Arial"/>
                <a:cs typeface="Arial"/>
              </a:rPr>
              <a:t> </a:t>
            </a:r>
            <a:r>
              <a:rPr dirty="0" sz="2600" spc="-10" b="1">
                <a:solidFill>
                  <a:srgbClr val="030301"/>
                </a:solidFill>
                <a:latin typeface="Arial"/>
                <a:cs typeface="Arial"/>
              </a:rPr>
              <a:t>Completion</a:t>
            </a:r>
            <a:endParaRPr sz="2600">
              <a:latin typeface="Arial"/>
              <a:cs typeface="Arial"/>
            </a:endParaRPr>
          </a:p>
          <a:p>
            <a:pPr algn="just" marL="238125" marR="857250" indent="-6985">
              <a:lnSpc>
                <a:spcPts val="2710"/>
              </a:lnSpc>
              <a:spcBef>
                <a:spcPts val="830"/>
              </a:spcBef>
            </a:pPr>
            <a:r>
              <a:rPr dirty="0" sz="2600" spc="-45">
                <a:solidFill>
                  <a:srgbClr val="13110E"/>
                </a:solidFill>
                <a:latin typeface="Times New Roman"/>
                <a:cs typeface="Times New Roman"/>
              </a:rPr>
              <a:t>The</a:t>
            </a:r>
            <a:r>
              <a:rPr dirty="0" sz="2600" spc="-120">
                <a:solidFill>
                  <a:srgbClr val="13110E"/>
                </a:solidFill>
                <a:latin typeface="Times New Roman"/>
                <a:cs typeface="Times New Roman"/>
              </a:rPr>
              <a:t> </a:t>
            </a:r>
            <a:r>
              <a:rPr dirty="0" sz="2600" spc="-50">
                <a:solidFill>
                  <a:srgbClr val="23211D"/>
                </a:solidFill>
                <a:latin typeface="Times New Roman"/>
                <a:cs typeface="Times New Roman"/>
              </a:rPr>
              <a:t>workflow</a:t>
            </a:r>
            <a:r>
              <a:rPr dirty="0" sz="2600" spc="-60">
                <a:solidFill>
                  <a:srgbClr val="23211D"/>
                </a:solidFill>
                <a:latin typeface="Times New Roman"/>
                <a:cs typeface="Times New Roman"/>
              </a:rPr>
              <a:t> </a:t>
            </a:r>
            <a:r>
              <a:rPr dirty="0" sz="2600" spc="-45">
                <a:solidFill>
                  <a:srgbClr val="23211D"/>
                </a:solidFill>
                <a:latin typeface="Times New Roman"/>
                <a:cs typeface="Times New Roman"/>
              </a:rPr>
              <a:t>verifies</a:t>
            </a:r>
            <a:r>
              <a:rPr dirty="0" sz="2600" spc="-114">
                <a:solidFill>
                  <a:srgbClr val="23211D"/>
                </a:solidFill>
                <a:latin typeface="Times New Roman"/>
                <a:cs typeface="Times New Roman"/>
              </a:rPr>
              <a:t> </a:t>
            </a:r>
            <a:r>
              <a:rPr dirty="0" sz="2600" spc="-25">
                <a:solidFill>
                  <a:srgbClr val="23211D"/>
                </a:solidFill>
                <a:latin typeface="Times New Roman"/>
                <a:cs typeface="Times New Roman"/>
              </a:rPr>
              <a:t>all </a:t>
            </a:r>
            <a:r>
              <a:rPr dirty="0" sz="2600">
                <a:solidFill>
                  <a:srgbClr val="23211D"/>
                </a:solidFill>
                <a:latin typeface="Times New Roman"/>
                <a:cs typeface="Times New Roman"/>
              </a:rPr>
              <a:t>steps</a:t>
            </a:r>
            <a:r>
              <a:rPr dirty="0" sz="2600" spc="-140">
                <a:solidFill>
                  <a:srgbClr val="23211D"/>
                </a:solidFill>
                <a:latin typeface="Times New Roman"/>
                <a:cs typeface="Times New Roman"/>
              </a:rPr>
              <a:t> </a:t>
            </a:r>
            <a:r>
              <a:rPr dirty="0" sz="2600" spc="25">
                <a:solidFill>
                  <a:srgbClr val="23211D"/>
                </a:solidFill>
                <a:latin typeface="Times New Roman"/>
                <a:cs typeface="Times New Roman"/>
              </a:rPr>
              <a:t>are</a:t>
            </a:r>
            <a:r>
              <a:rPr dirty="0" sz="2600" spc="-160">
                <a:solidFill>
                  <a:srgbClr val="23211D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23211D"/>
                </a:solidFill>
                <a:latin typeface="Times New Roman"/>
                <a:cs typeface="Times New Roman"/>
              </a:rPr>
              <a:t>successful </a:t>
            </a:r>
            <a:r>
              <a:rPr dirty="0" sz="2600" spc="25">
                <a:solidFill>
                  <a:srgbClr val="23211D"/>
                </a:solidFill>
                <a:latin typeface="Times New Roman"/>
                <a:cs typeface="Times New Roman"/>
              </a:rPr>
              <a:t>and </a:t>
            </a:r>
            <a:r>
              <a:rPr dirty="0" sz="2600">
                <a:solidFill>
                  <a:srgbClr val="343431"/>
                </a:solidFill>
                <a:latin typeface="Times New Roman"/>
                <a:cs typeface="Times New Roman"/>
              </a:rPr>
              <a:t>commi</a:t>
            </a:r>
            <a:r>
              <a:rPr dirty="0" sz="2600">
                <a:solidFill>
                  <a:srgbClr val="13110E"/>
                </a:solidFill>
                <a:latin typeface="Times New Roman"/>
                <a:cs typeface="Times New Roman"/>
              </a:rPr>
              <a:t>ts</a:t>
            </a:r>
            <a:r>
              <a:rPr dirty="0" sz="2600" spc="-165">
                <a:solidFill>
                  <a:srgbClr val="13110E"/>
                </a:solidFill>
                <a:latin typeface="Times New Roman"/>
                <a:cs typeface="Times New Roman"/>
              </a:rPr>
              <a:t> </a:t>
            </a:r>
            <a:r>
              <a:rPr dirty="0" sz="2600" spc="50">
                <a:solidFill>
                  <a:srgbClr val="13110E"/>
                </a:solidFill>
                <a:latin typeface="Times New Roman"/>
                <a:cs typeface="Times New Roman"/>
              </a:rPr>
              <a:t>th</a:t>
            </a:r>
            <a:r>
              <a:rPr dirty="0" sz="2600" spc="50">
                <a:solidFill>
                  <a:srgbClr val="343431"/>
                </a:solidFill>
                <a:latin typeface="Times New Roman"/>
                <a:cs typeface="Times New Roman"/>
              </a:rPr>
              <a:t>e</a:t>
            </a:r>
            <a:r>
              <a:rPr dirty="0" sz="2600" spc="-85">
                <a:solidFill>
                  <a:srgbClr val="343431"/>
                </a:solidFill>
                <a:latin typeface="Times New Roman"/>
                <a:cs typeface="Times New Roman"/>
              </a:rPr>
              <a:t> </a:t>
            </a:r>
            <a:r>
              <a:rPr dirty="0" sz="2600" spc="-10">
                <a:solidFill>
                  <a:srgbClr val="23211D"/>
                </a:solidFill>
                <a:latin typeface="Times New Roman"/>
                <a:cs typeface="Times New Roman"/>
              </a:rPr>
              <a:t>results.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1571491" y="4334437"/>
            <a:ext cx="5037455" cy="266446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316865">
              <a:lnSpc>
                <a:spcPct val="100000"/>
              </a:lnSpc>
              <a:spcBef>
                <a:spcPts val="115"/>
              </a:spcBef>
            </a:pPr>
            <a:r>
              <a:rPr dirty="0" sz="2750" spc="-45" b="1">
                <a:solidFill>
                  <a:srgbClr val="030301"/>
                </a:solidFill>
                <a:latin typeface="Arial"/>
                <a:cs typeface="Arial"/>
              </a:rPr>
              <a:t>The</a:t>
            </a:r>
            <a:r>
              <a:rPr dirty="0" sz="2750" spc="-295" b="1">
                <a:solidFill>
                  <a:srgbClr val="030301"/>
                </a:solidFill>
                <a:latin typeface="Arial"/>
                <a:cs typeface="Arial"/>
              </a:rPr>
              <a:t> </a:t>
            </a:r>
            <a:r>
              <a:rPr dirty="0" sz="2750" spc="-60" b="1">
                <a:solidFill>
                  <a:srgbClr val="030301"/>
                </a:solidFill>
                <a:latin typeface="Arial"/>
                <a:cs typeface="Arial"/>
              </a:rPr>
              <a:t>Durability</a:t>
            </a:r>
            <a:r>
              <a:rPr dirty="0" sz="2750" spc="-95" b="1">
                <a:solidFill>
                  <a:srgbClr val="030301"/>
                </a:solidFill>
                <a:latin typeface="Arial"/>
                <a:cs typeface="Arial"/>
              </a:rPr>
              <a:t> </a:t>
            </a:r>
            <a:r>
              <a:rPr dirty="0" sz="2750" spc="-10" b="1">
                <a:solidFill>
                  <a:srgbClr val="030301"/>
                </a:solidFill>
                <a:latin typeface="Arial"/>
                <a:cs typeface="Arial"/>
              </a:rPr>
              <a:t>Guarantee</a:t>
            </a:r>
            <a:endParaRPr sz="2750">
              <a:latin typeface="Arial"/>
              <a:cs typeface="Arial"/>
            </a:endParaRPr>
          </a:p>
          <a:p>
            <a:pPr marL="302895" marR="307340" indent="12700">
              <a:lnSpc>
                <a:spcPct val="99100"/>
              </a:lnSpc>
              <a:spcBef>
                <a:spcPts val="2000"/>
              </a:spcBef>
            </a:pPr>
            <a:r>
              <a:rPr dirty="0" sz="2600" spc="-40">
                <a:solidFill>
                  <a:srgbClr val="23211D"/>
                </a:solidFill>
                <a:latin typeface="Times New Roman"/>
                <a:cs typeface="Times New Roman"/>
              </a:rPr>
              <a:t>If</a:t>
            </a:r>
            <a:r>
              <a:rPr dirty="0" sz="2600" spc="-105">
                <a:solidFill>
                  <a:srgbClr val="23211D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23211D"/>
                </a:solidFill>
                <a:latin typeface="Times New Roman"/>
                <a:cs typeface="Times New Roman"/>
              </a:rPr>
              <a:t>a</a:t>
            </a:r>
            <a:r>
              <a:rPr dirty="0" sz="2600" spc="200">
                <a:solidFill>
                  <a:srgbClr val="23211D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23211D"/>
                </a:solidFill>
                <a:latin typeface="Times New Roman"/>
                <a:cs typeface="Times New Roman"/>
              </a:rPr>
              <a:t>process</a:t>
            </a:r>
            <a:r>
              <a:rPr dirty="0" sz="2600" spc="-145">
                <a:solidFill>
                  <a:srgbClr val="23211D"/>
                </a:solidFill>
                <a:latin typeface="Times New Roman"/>
                <a:cs typeface="Times New Roman"/>
              </a:rPr>
              <a:t> </a:t>
            </a:r>
            <a:r>
              <a:rPr dirty="0" sz="2600" spc="50">
                <a:solidFill>
                  <a:srgbClr val="23211D"/>
                </a:solidFill>
                <a:latin typeface="Times New Roman"/>
                <a:cs typeface="Times New Roman"/>
              </a:rPr>
              <a:t>crashes</a:t>
            </a:r>
            <a:r>
              <a:rPr dirty="0" sz="2600" spc="-30">
                <a:solidFill>
                  <a:srgbClr val="23211D"/>
                </a:solidFill>
                <a:latin typeface="Times New Roman"/>
                <a:cs typeface="Times New Roman"/>
              </a:rPr>
              <a:t> </a:t>
            </a:r>
            <a:r>
              <a:rPr dirty="0" sz="2600" spc="45">
                <a:solidFill>
                  <a:srgbClr val="13110E"/>
                </a:solidFill>
                <a:latin typeface="Times New Roman"/>
                <a:cs typeface="Times New Roman"/>
              </a:rPr>
              <a:t>during </a:t>
            </a:r>
            <a:r>
              <a:rPr dirty="0" sz="2600">
                <a:solidFill>
                  <a:srgbClr val="343431"/>
                </a:solidFill>
                <a:latin typeface="Times New Roman"/>
                <a:cs typeface="Times New Roman"/>
              </a:rPr>
              <a:t>"Extrac</a:t>
            </a:r>
            <a:r>
              <a:rPr dirty="0" sz="2600">
                <a:solidFill>
                  <a:srgbClr val="13110E"/>
                </a:solidFill>
                <a:latin typeface="Times New Roman"/>
                <a:cs typeface="Times New Roman"/>
              </a:rPr>
              <a:t>tion':</a:t>
            </a:r>
            <a:r>
              <a:rPr dirty="0" sz="2600" spc="-35">
                <a:solidFill>
                  <a:srgbClr val="13110E"/>
                </a:solidFill>
                <a:latin typeface="Times New Roman"/>
                <a:cs typeface="Times New Roman"/>
              </a:rPr>
              <a:t> </a:t>
            </a:r>
            <a:r>
              <a:rPr dirty="0" sz="2600" spc="90">
                <a:solidFill>
                  <a:srgbClr val="13110E"/>
                </a:solidFill>
                <a:latin typeface="Times New Roman"/>
                <a:cs typeface="Times New Roman"/>
              </a:rPr>
              <a:t>the</a:t>
            </a:r>
            <a:r>
              <a:rPr dirty="0" sz="2600" spc="70">
                <a:solidFill>
                  <a:srgbClr val="13110E"/>
                </a:solidFill>
                <a:latin typeface="Times New Roman"/>
                <a:cs typeface="Times New Roman"/>
              </a:rPr>
              <a:t> </a:t>
            </a:r>
            <a:r>
              <a:rPr dirty="0" sz="2600" spc="-85">
                <a:solidFill>
                  <a:srgbClr val="23211D"/>
                </a:solidFill>
                <a:latin typeface="Times New Roman"/>
                <a:cs typeface="Times New Roman"/>
              </a:rPr>
              <a:t>'IdpWo</a:t>
            </a:r>
            <a:r>
              <a:rPr dirty="0" sz="2600" spc="-395">
                <a:solidFill>
                  <a:srgbClr val="23211D"/>
                </a:solidFill>
                <a:latin typeface="Times New Roman"/>
                <a:cs typeface="Times New Roman"/>
              </a:rPr>
              <a:t> </a:t>
            </a:r>
            <a:r>
              <a:rPr dirty="0" sz="2600" spc="100">
                <a:solidFill>
                  <a:srgbClr val="23211D"/>
                </a:solidFill>
                <a:latin typeface="Times New Roman"/>
                <a:cs typeface="Times New Roman"/>
              </a:rPr>
              <a:t>rkflow' </a:t>
            </a:r>
            <a:r>
              <a:rPr dirty="0" sz="2600">
                <a:solidFill>
                  <a:srgbClr val="23211D"/>
                </a:solidFill>
                <a:latin typeface="Times New Roman"/>
                <a:cs typeface="Times New Roman"/>
              </a:rPr>
              <a:t>automatically</a:t>
            </a:r>
            <a:r>
              <a:rPr dirty="0" sz="2600" spc="165">
                <a:solidFill>
                  <a:srgbClr val="23211D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13110E"/>
                </a:solidFill>
                <a:latin typeface="Times New Roman"/>
                <a:cs typeface="Times New Roman"/>
              </a:rPr>
              <a:t>recovers</a:t>
            </a:r>
            <a:r>
              <a:rPr dirty="0" sz="2600" spc="-25">
                <a:solidFill>
                  <a:srgbClr val="13110E"/>
                </a:solidFill>
                <a:latin typeface="Times New Roman"/>
                <a:cs typeface="Times New Roman"/>
              </a:rPr>
              <a:t> </a:t>
            </a:r>
            <a:r>
              <a:rPr dirty="0" sz="2600" spc="70">
                <a:solidFill>
                  <a:srgbClr val="23211D"/>
                </a:solidFill>
                <a:latin typeface="Times New Roman"/>
                <a:cs typeface="Times New Roman"/>
              </a:rPr>
              <a:t>state</a:t>
            </a:r>
            <a:r>
              <a:rPr dirty="0" sz="2600" spc="-125">
                <a:solidFill>
                  <a:srgbClr val="23211D"/>
                </a:solidFill>
                <a:latin typeface="Times New Roman"/>
                <a:cs typeface="Times New Roman"/>
              </a:rPr>
              <a:t> </a:t>
            </a:r>
            <a:r>
              <a:rPr dirty="0" sz="2600" spc="75">
                <a:solidFill>
                  <a:srgbClr val="13110E"/>
                </a:solidFill>
                <a:latin typeface="Times New Roman"/>
                <a:cs typeface="Times New Roman"/>
              </a:rPr>
              <a:t>on</a:t>
            </a:r>
            <a:r>
              <a:rPr dirty="0" sz="2600" spc="-80">
                <a:solidFill>
                  <a:srgbClr val="13110E"/>
                </a:solidFill>
                <a:latin typeface="Times New Roman"/>
                <a:cs typeface="Times New Roman"/>
              </a:rPr>
              <a:t> </a:t>
            </a:r>
            <a:r>
              <a:rPr dirty="0" sz="2600" spc="15">
                <a:solidFill>
                  <a:srgbClr val="23211D"/>
                </a:solidFill>
                <a:latin typeface="Times New Roman"/>
                <a:cs typeface="Times New Roman"/>
              </a:rPr>
              <a:t>a </a:t>
            </a:r>
            <a:r>
              <a:rPr dirty="0" sz="2600">
                <a:solidFill>
                  <a:srgbClr val="23211D"/>
                </a:solidFill>
                <a:latin typeface="Times New Roman"/>
                <a:cs typeface="Times New Roman"/>
              </a:rPr>
              <a:t>new </a:t>
            </a:r>
            <a:r>
              <a:rPr dirty="0" sz="2600">
                <a:solidFill>
                  <a:srgbClr val="13110E"/>
                </a:solidFill>
                <a:latin typeface="Times New Roman"/>
                <a:cs typeface="Times New Roman"/>
              </a:rPr>
              <a:t>node</a:t>
            </a:r>
            <a:r>
              <a:rPr dirty="0" sz="2600" spc="-15">
                <a:solidFill>
                  <a:srgbClr val="13110E"/>
                </a:solidFill>
                <a:latin typeface="Times New Roman"/>
                <a:cs typeface="Times New Roman"/>
              </a:rPr>
              <a:t> </a:t>
            </a:r>
            <a:r>
              <a:rPr dirty="0" sz="2600" spc="85">
                <a:solidFill>
                  <a:srgbClr val="23211D"/>
                </a:solidFill>
                <a:latin typeface="Times New Roman"/>
                <a:cs typeface="Times New Roman"/>
              </a:rPr>
              <a:t>and</a:t>
            </a:r>
            <a:r>
              <a:rPr dirty="0" sz="2600" spc="140">
                <a:solidFill>
                  <a:srgbClr val="23211D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13110E"/>
                </a:solidFill>
                <a:latin typeface="Times New Roman"/>
                <a:cs typeface="Times New Roman"/>
              </a:rPr>
              <a:t>retries</a:t>
            </a:r>
            <a:r>
              <a:rPr dirty="0" sz="2600" spc="-15">
                <a:solidFill>
                  <a:srgbClr val="13110E"/>
                </a:solidFill>
                <a:latin typeface="Times New Roman"/>
                <a:cs typeface="Times New Roman"/>
              </a:rPr>
              <a:t> </a:t>
            </a:r>
            <a:r>
              <a:rPr dirty="0" sz="2550" spc="50" i="1">
                <a:solidFill>
                  <a:srgbClr val="23211D"/>
                </a:solidFill>
                <a:latin typeface="Times New Roman"/>
                <a:cs typeface="Times New Roman"/>
              </a:rPr>
              <a:t>only</a:t>
            </a:r>
            <a:r>
              <a:rPr dirty="0" sz="2550" spc="-75" i="1">
                <a:solidFill>
                  <a:srgbClr val="23211D"/>
                </a:solidFill>
                <a:latin typeface="Times New Roman"/>
                <a:cs typeface="Times New Roman"/>
              </a:rPr>
              <a:t> </a:t>
            </a:r>
            <a:r>
              <a:rPr dirty="0" sz="2550" spc="50" i="1">
                <a:solidFill>
                  <a:srgbClr val="23211D"/>
                </a:solidFill>
                <a:latin typeface="Times New Roman"/>
                <a:cs typeface="Times New Roman"/>
              </a:rPr>
              <a:t>the</a:t>
            </a:r>
            <a:r>
              <a:rPr dirty="0" sz="2550" spc="50" i="1">
                <a:solidFill>
                  <a:srgbClr val="23211D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23211D"/>
                </a:solidFill>
                <a:latin typeface="Times New Roman"/>
                <a:cs typeface="Times New Roman"/>
              </a:rPr>
              <a:t>failed</a:t>
            </a:r>
            <a:r>
              <a:rPr dirty="0" sz="2600" spc="-100">
                <a:solidFill>
                  <a:srgbClr val="23211D"/>
                </a:solidFill>
                <a:latin typeface="Times New Roman"/>
                <a:cs typeface="Times New Roman"/>
              </a:rPr>
              <a:t> </a:t>
            </a:r>
            <a:r>
              <a:rPr dirty="0" sz="2600" spc="40">
                <a:solidFill>
                  <a:srgbClr val="23211D"/>
                </a:solidFill>
                <a:latin typeface="Times New Roman"/>
                <a:cs typeface="Times New Roman"/>
              </a:rPr>
              <a:t>step.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01061" y="7532289"/>
            <a:ext cx="6393933" cy="56171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679448" y="7532289"/>
            <a:ext cx="458529" cy="561710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874324" y="357781"/>
            <a:ext cx="14341475" cy="730250"/>
          </a:xfrm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4600" spc="-125">
                <a:solidFill>
                  <a:srgbClr val="211F1C"/>
                </a:solidFill>
              </a:rPr>
              <a:t>Pillar</a:t>
            </a:r>
            <a:r>
              <a:rPr dirty="0" sz="4600" spc="-195">
                <a:solidFill>
                  <a:srgbClr val="211F1C"/>
                </a:solidFill>
              </a:rPr>
              <a:t> </a:t>
            </a:r>
            <a:r>
              <a:rPr dirty="0" sz="4600" spc="60">
                <a:solidFill>
                  <a:srgbClr val="211F1C"/>
                </a:solidFill>
              </a:rPr>
              <a:t>2:</a:t>
            </a:r>
            <a:r>
              <a:rPr dirty="0" sz="4600" spc="-575">
                <a:solidFill>
                  <a:srgbClr val="211F1C"/>
                </a:solidFill>
              </a:rPr>
              <a:t> </a:t>
            </a:r>
            <a:r>
              <a:rPr dirty="0" sz="4600" spc="-75">
                <a:solidFill>
                  <a:srgbClr val="211F1C"/>
                </a:solidFill>
              </a:rPr>
              <a:t>A</a:t>
            </a:r>
            <a:r>
              <a:rPr dirty="0" sz="4600" spc="-395">
                <a:solidFill>
                  <a:srgbClr val="211F1C"/>
                </a:solidFill>
              </a:rPr>
              <a:t> </a:t>
            </a:r>
            <a:r>
              <a:rPr dirty="0" sz="4600" spc="-100">
                <a:solidFill>
                  <a:srgbClr val="211F1C"/>
                </a:solidFill>
              </a:rPr>
              <a:t>Swarm</a:t>
            </a:r>
            <a:r>
              <a:rPr dirty="0" sz="4600" spc="-330">
                <a:solidFill>
                  <a:srgbClr val="211F1C"/>
                </a:solidFill>
              </a:rPr>
              <a:t> </a:t>
            </a:r>
            <a:r>
              <a:rPr dirty="0" sz="4600" spc="-10">
                <a:solidFill>
                  <a:srgbClr val="211F1C"/>
                </a:solidFill>
              </a:rPr>
              <a:t>of</a:t>
            </a:r>
            <a:r>
              <a:rPr dirty="0" sz="4600" spc="-310">
                <a:solidFill>
                  <a:srgbClr val="211F1C"/>
                </a:solidFill>
              </a:rPr>
              <a:t> </a:t>
            </a:r>
            <a:r>
              <a:rPr dirty="0" sz="4600" spc="229">
                <a:solidFill>
                  <a:srgbClr val="211F1C"/>
                </a:solidFill>
              </a:rPr>
              <a:t>7</a:t>
            </a:r>
            <a:r>
              <a:rPr dirty="0" sz="4600" spc="-610">
                <a:solidFill>
                  <a:srgbClr val="211F1C"/>
                </a:solidFill>
              </a:rPr>
              <a:t> </a:t>
            </a:r>
            <a:r>
              <a:rPr dirty="0" sz="4600" spc="-135">
                <a:solidFill>
                  <a:srgbClr val="211F1C"/>
                </a:solidFill>
              </a:rPr>
              <a:t>Reusable,</a:t>
            </a:r>
            <a:r>
              <a:rPr dirty="0" sz="4600" spc="-185">
                <a:solidFill>
                  <a:srgbClr val="211F1C"/>
                </a:solidFill>
              </a:rPr>
              <a:t> </a:t>
            </a:r>
            <a:r>
              <a:rPr dirty="0" sz="4600" spc="-70">
                <a:solidFill>
                  <a:srgbClr val="211F1C"/>
                </a:solidFill>
              </a:rPr>
              <a:t>Specialized</a:t>
            </a:r>
            <a:r>
              <a:rPr dirty="0" sz="4600" spc="-90">
                <a:solidFill>
                  <a:srgbClr val="211F1C"/>
                </a:solidFill>
              </a:rPr>
              <a:t> </a:t>
            </a:r>
            <a:r>
              <a:rPr dirty="0" sz="4600" spc="-100">
                <a:solidFill>
                  <a:srgbClr val="211F1C"/>
                </a:solidFill>
              </a:rPr>
              <a:t>Al</a:t>
            </a:r>
            <a:r>
              <a:rPr dirty="0" sz="4600" spc="-290">
                <a:solidFill>
                  <a:srgbClr val="211F1C"/>
                </a:solidFill>
              </a:rPr>
              <a:t> </a:t>
            </a:r>
            <a:r>
              <a:rPr dirty="0" sz="4600" spc="-45">
                <a:solidFill>
                  <a:srgbClr val="211F1C"/>
                </a:solidFill>
              </a:rPr>
              <a:t>Agents</a:t>
            </a:r>
            <a:endParaRPr sz="4600"/>
          </a:p>
        </p:txBody>
      </p:sp>
      <p:sp>
        <p:nvSpPr>
          <p:cNvPr id="14" name="object 1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00"/>
              </a:lnSpc>
            </a:pPr>
            <a:r>
              <a:rPr dirty="0" sz="1300" spc="-20"/>
              <a:t>Isl\</a:t>
            </a:r>
            <a:r>
              <a:rPr dirty="0" sz="1300" spc="-45"/>
              <a:t> </a:t>
            </a:r>
            <a:r>
              <a:rPr dirty="0" spc="-10">
                <a:solidFill>
                  <a:srgbClr val="151311"/>
                </a:solidFill>
              </a:rPr>
              <a:t>N</a:t>
            </a:r>
            <a:r>
              <a:rPr dirty="0" spc="-10"/>
              <a:t>otebookL</a:t>
            </a:r>
            <a:r>
              <a:rPr dirty="0" spc="-10">
                <a:solidFill>
                  <a:srgbClr val="151311"/>
                </a:solidFill>
              </a:rPr>
              <a:t>M</a:t>
            </a:r>
            <a:endParaRPr sz="1300"/>
          </a:p>
        </p:txBody>
      </p:sp>
      <p:sp>
        <p:nvSpPr>
          <p:cNvPr id="5" name="object 5"/>
          <p:cNvSpPr txBox="1"/>
          <p:nvPr/>
        </p:nvSpPr>
        <p:spPr>
          <a:xfrm>
            <a:off x="878591" y="1264179"/>
            <a:ext cx="14093190" cy="947419"/>
          </a:xfrm>
          <a:prstGeom prst="rect">
            <a:avLst/>
          </a:prstGeom>
        </p:spPr>
        <p:txBody>
          <a:bodyPr wrap="square" lIns="0" tIns="50800" rIns="0" bIns="0" rtlCol="0" vert="horz">
            <a:spAutoFit/>
          </a:bodyPr>
          <a:lstStyle/>
          <a:p>
            <a:pPr marL="12700" marR="5080" indent="5080">
              <a:lnSpc>
                <a:spcPts val="3520"/>
              </a:lnSpc>
              <a:spcBef>
                <a:spcPts val="400"/>
              </a:spcBef>
            </a:pPr>
            <a:r>
              <a:rPr dirty="0" sz="3100">
                <a:solidFill>
                  <a:srgbClr val="211F1C"/>
                </a:solidFill>
                <a:latin typeface="Times New Roman"/>
                <a:cs typeface="Times New Roman"/>
              </a:rPr>
              <a:t>Ea</a:t>
            </a:r>
            <a:r>
              <a:rPr dirty="0" sz="3100">
                <a:solidFill>
                  <a:srgbClr val="050505"/>
                </a:solidFill>
                <a:latin typeface="Times New Roman"/>
                <a:cs typeface="Times New Roman"/>
              </a:rPr>
              <a:t>ch</a:t>
            </a:r>
            <a:r>
              <a:rPr dirty="0" sz="3100" spc="165">
                <a:solidFill>
                  <a:srgbClr val="050505"/>
                </a:solidFill>
                <a:latin typeface="Times New Roman"/>
                <a:cs typeface="Times New Roman"/>
              </a:rPr>
              <a:t> </a:t>
            </a:r>
            <a:r>
              <a:rPr dirty="0" sz="3100">
                <a:solidFill>
                  <a:srgbClr val="050505"/>
                </a:solidFill>
                <a:latin typeface="Times New Roman"/>
                <a:cs typeface="Times New Roman"/>
              </a:rPr>
              <a:t>a</a:t>
            </a:r>
            <a:r>
              <a:rPr dirty="0" sz="3100">
                <a:solidFill>
                  <a:srgbClr val="211F1C"/>
                </a:solidFill>
                <a:latin typeface="Times New Roman"/>
                <a:cs typeface="Times New Roman"/>
              </a:rPr>
              <a:t>g</a:t>
            </a:r>
            <a:r>
              <a:rPr dirty="0" sz="3100">
                <a:solidFill>
                  <a:srgbClr val="050505"/>
                </a:solidFill>
                <a:latin typeface="Times New Roman"/>
                <a:cs typeface="Times New Roman"/>
              </a:rPr>
              <a:t>ent</a:t>
            </a:r>
            <a:r>
              <a:rPr dirty="0" sz="3100" spc="45">
                <a:solidFill>
                  <a:srgbClr val="050505"/>
                </a:solidFill>
                <a:latin typeface="Times New Roman"/>
                <a:cs typeface="Times New Roman"/>
              </a:rPr>
              <a:t> </a:t>
            </a:r>
            <a:r>
              <a:rPr dirty="0" sz="3100">
                <a:solidFill>
                  <a:srgbClr val="050505"/>
                </a:solidFill>
                <a:latin typeface="Times New Roman"/>
                <a:cs typeface="Times New Roman"/>
              </a:rPr>
              <a:t>is</a:t>
            </a:r>
            <a:r>
              <a:rPr dirty="0" sz="3100" spc="25">
                <a:solidFill>
                  <a:srgbClr val="050505"/>
                </a:solidFill>
                <a:latin typeface="Times New Roman"/>
                <a:cs typeface="Times New Roman"/>
              </a:rPr>
              <a:t> </a:t>
            </a:r>
            <a:r>
              <a:rPr dirty="0" sz="3100" spc="130">
                <a:solidFill>
                  <a:srgbClr val="050505"/>
                </a:solidFill>
                <a:latin typeface="Times New Roman"/>
                <a:cs typeface="Times New Roman"/>
              </a:rPr>
              <a:t>an</a:t>
            </a:r>
            <a:r>
              <a:rPr dirty="0" sz="3100" spc="-25">
                <a:solidFill>
                  <a:srgbClr val="050505"/>
                </a:solidFill>
                <a:latin typeface="Times New Roman"/>
                <a:cs typeface="Times New Roman"/>
              </a:rPr>
              <a:t> </a:t>
            </a:r>
            <a:r>
              <a:rPr dirty="0" sz="3100" spc="80">
                <a:solidFill>
                  <a:srgbClr val="211F1C"/>
                </a:solidFill>
                <a:latin typeface="Times New Roman"/>
                <a:cs typeface="Times New Roman"/>
              </a:rPr>
              <a:t>ex</a:t>
            </a:r>
            <a:r>
              <a:rPr dirty="0" sz="3100" spc="80">
                <a:solidFill>
                  <a:srgbClr val="050505"/>
                </a:solidFill>
                <a:latin typeface="Times New Roman"/>
                <a:cs typeface="Times New Roman"/>
              </a:rPr>
              <a:t>pert</a:t>
            </a:r>
            <a:r>
              <a:rPr dirty="0" sz="3100" spc="30">
                <a:solidFill>
                  <a:srgbClr val="050505"/>
                </a:solidFill>
                <a:latin typeface="Times New Roman"/>
                <a:cs typeface="Times New Roman"/>
              </a:rPr>
              <a:t> </a:t>
            </a:r>
            <a:r>
              <a:rPr dirty="0" sz="3100" spc="55">
                <a:solidFill>
                  <a:srgbClr val="211F1C"/>
                </a:solidFill>
                <a:latin typeface="Times New Roman"/>
                <a:cs typeface="Times New Roman"/>
              </a:rPr>
              <a:t>a</a:t>
            </a:r>
            <a:r>
              <a:rPr dirty="0" sz="3100" spc="55">
                <a:solidFill>
                  <a:srgbClr val="050505"/>
                </a:solidFill>
                <a:latin typeface="Times New Roman"/>
                <a:cs typeface="Times New Roman"/>
              </a:rPr>
              <a:t>t</a:t>
            </a:r>
            <a:r>
              <a:rPr dirty="0" sz="3100" spc="20">
                <a:solidFill>
                  <a:srgbClr val="050505"/>
                </a:solidFill>
                <a:latin typeface="Times New Roman"/>
                <a:cs typeface="Times New Roman"/>
              </a:rPr>
              <a:t> </a:t>
            </a:r>
            <a:r>
              <a:rPr dirty="0" sz="3100" spc="65">
                <a:solidFill>
                  <a:srgbClr val="211F1C"/>
                </a:solidFill>
                <a:latin typeface="Times New Roman"/>
                <a:cs typeface="Times New Roman"/>
              </a:rPr>
              <a:t>a</a:t>
            </a:r>
            <a:r>
              <a:rPr dirty="0" sz="3100" spc="-20">
                <a:solidFill>
                  <a:srgbClr val="211F1C"/>
                </a:solidFill>
                <a:latin typeface="Times New Roman"/>
                <a:cs typeface="Times New Roman"/>
              </a:rPr>
              <a:t> </a:t>
            </a:r>
            <a:r>
              <a:rPr dirty="0" sz="3100">
                <a:solidFill>
                  <a:srgbClr val="211F1C"/>
                </a:solidFill>
                <a:latin typeface="Times New Roman"/>
                <a:cs typeface="Times New Roman"/>
              </a:rPr>
              <a:t>s</a:t>
            </a:r>
            <a:r>
              <a:rPr dirty="0" sz="3100">
                <a:solidFill>
                  <a:srgbClr val="050505"/>
                </a:solidFill>
                <a:latin typeface="Times New Roman"/>
                <a:cs typeface="Times New Roman"/>
              </a:rPr>
              <a:t>pe</a:t>
            </a:r>
            <a:r>
              <a:rPr dirty="0" sz="3100">
                <a:solidFill>
                  <a:srgbClr val="211F1C"/>
                </a:solidFill>
                <a:latin typeface="Times New Roman"/>
                <a:cs typeface="Times New Roman"/>
              </a:rPr>
              <a:t>c</a:t>
            </a:r>
            <a:r>
              <a:rPr dirty="0" sz="3100">
                <a:solidFill>
                  <a:srgbClr val="050505"/>
                </a:solidFill>
                <a:latin typeface="Times New Roman"/>
                <a:cs typeface="Times New Roman"/>
              </a:rPr>
              <a:t>ific</a:t>
            </a:r>
            <a:r>
              <a:rPr dirty="0" sz="3100" spc="-60">
                <a:solidFill>
                  <a:srgbClr val="050505"/>
                </a:solidFill>
                <a:latin typeface="Times New Roman"/>
                <a:cs typeface="Times New Roman"/>
              </a:rPr>
              <a:t> </a:t>
            </a:r>
            <a:r>
              <a:rPr dirty="0" sz="3100" spc="75">
                <a:solidFill>
                  <a:srgbClr val="050505"/>
                </a:solidFill>
                <a:latin typeface="Times New Roman"/>
                <a:cs typeface="Times New Roman"/>
              </a:rPr>
              <a:t>bu</a:t>
            </a:r>
            <a:r>
              <a:rPr dirty="0" sz="3100" spc="75">
                <a:solidFill>
                  <a:srgbClr val="211F1C"/>
                </a:solidFill>
                <a:latin typeface="Times New Roman"/>
                <a:cs typeface="Times New Roman"/>
              </a:rPr>
              <a:t>s</a:t>
            </a:r>
            <a:r>
              <a:rPr dirty="0" sz="3100" spc="75">
                <a:solidFill>
                  <a:srgbClr val="050505"/>
                </a:solidFill>
                <a:latin typeface="Times New Roman"/>
                <a:cs typeface="Times New Roman"/>
              </a:rPr>
              <a:t>in</a:t>
            </a:r>
            <a:r>
              <a:rPr dirty="0" sz="3100" spc="75">
                <a:solidFill>
                  <a:srgbClr val="211F1C"/>
                </a:solidFill>
                <a:latin typeface="Times New Roman"/>
                <a:cs typeface="Times New Roman"/>
              </a:rPr>
              <a:t>ess</a:t>
            </a:r>
            <a:r>
              <a:rPr dirty="0" sz="3100" spc="-130">
                <a:solidFill>
                  <a:srgbClr val="211F1C"/>
                </a:solidFill>
                <a:latin typeface="Times New Roman"/>
                <a:cs typeface="Times New Roman"/>
              </a:rPr>
              <a:t> </a:t>
            </a:r>
            <a:r>
              <a:rPr dirty="0" sz="3100" spc="90">
                <a:solidFill>
                  <a:srgbClr val="050505"/>
                </a:solidFill>
                <a:latin typeface="Times New Roman"/>
                <a:cs typeface="Times New Roman"/>
              </a:rPr>
              <a:t>fun</a:t>
            </a:r>
            <a:r>
              <a:rPr dirty="0" sz="3100" spc="90">
                <a:solidFill>
                  <a:srgbClr val="211F1C"/>
                </a:solidFill>
                <a:latin typeface="Times New Roman"/>
                <a:cs typeface="Times New Roman"/>
              </a:rPr>
              <a:t>c</a:t>
            </a:r>
            <a:r>
              <a:rPr dirty="0" sz="3100" spc="90">
                <a:solidFill>
                  <a:srgbClr val="050505"/>
                </a:solidFill>
                <a:latin typeface="Times New Roman"/>
                <a:cs typeface="Times New Roman"/>
              </a:rPr>
              <a:t>tion</a:t>
            </a:r>
            <a:r>
              <a:rPr dirty="0" sz="3100" spc="90">
                <a:solidFill>
                  <a:srgbClr val="211F1C"/>
                </a:solidFill>
                <a:latin typeface="Times New Roman"/>
                <a:cs typeface="Times New Roman"/>
              </a:rPr>
              <a:t>.</a:t>
            </a:r>
            <a:r>
              <a:rPr dirty="0" sz="3100" spc="-185">
                <a:solidFill>
                  <a:srgbClr val="211F1C"/>
                </a:solidFill>
                <a:latin typeface="Times New Roman"/>
                <a:cs typeface="Times New Roman"/>
              </a:rPr>
              <a:t> </a:t>
            </a:r>
            <a:r>
              <a:rPr dirty="0" sz="3100">
                <a:solidFill>
                  <a:srgbClr val="211F1C"/>
                </a:solidFill>
                <a:latin typeface="Times New Roman"/>
                <a:cs typeface="Times New Roman"/>
              </a:rPr>
              <a:t>T</a:t>
            </a:r>
            <a:r>
              <a:rPr dirty="0" sz="3100">
                <a:solidFill>
                  <a:srgbClr val="050505"/>
                </a:solidFill>
                <a:latin typeface="Times New Roman"/>
                <a:cs typeface="Times New Roman"/>
              </a:rPr>
              <a:t>he</a:t>
            </a:r>
            <a:r>
              <a:rPr dirty="0" sz="3100">
                <a:solidFill>
                  <a:srgbClr val="211F1C"/>
                </a:solidFill>
                <a:latin typeface="Times New Roman"/>
                <a:cs typeface="Times New Roman"/>
              </a:rPr>
              <a:t>y</a:t>
            </a:r>
            <a:r>
              <a:rPr dirty="0" sz="3100" spc="-165">
                <a:solidFill>
                  <a:srgbClr val="211F1C"/>
                </a:solidFill>
                <a:latin typeface="Times New Roman"/>
                <a:cs typeface="Times New Roman"/>
              </a:rPr>
              <a:t> </a:t>
            </a:r>
            <a:r>
              <a:rPr dirty="0" sz="3100" spc="114">
                <a:solidFill>
                  <a:srgbClr val="211F1C"/>
                </a:solidFill>
                <a:latin typeface="Times New Roman"/>
                <a:cs typeface="Times New Roman"/>
              </a:rPr>
              <a:t>a</a:t>
            </a:r>
            <a:r>
              <a:rPr dirty="0" sz="3100" spc="114">
                <a:solidFill>
                  <a:srgbClr val="050505"/>
                </a:solidFill>
                <a:latin typeface="Times New Roman"/>
                <a:cs typeface="Times New Roman"/>
              </a:rPr>
              <a:t>re</a:t>
            </a:r>
            <a:r>
              <a:rPr dirty="0" sz="3100" spc="-60">
                <a:solidFill>
                  <a:srgbClr val="050505"/>
                </a:solidFill>
                <a:latin typeface="Times New Roman"/>
                <a:cs typeface="Times New Roman"/>
              </a:rPr>
              <a:t> </a:t>
            </a:r>
            <a:r>
              <a:rPr dirty="0" sz="3100" spc="80">
                <a:solidFill>
                  <a:srgbClr val="211F1C"/>
                </a:solidFill>
                <a:latin typeface="Times New Roman"/>
                <a:cs typeface="Times New Roman"/>
              </a:rPr>
              <a:t>ge</a:t>
            </a:r>
            <a:r>
              <a:rPr dirty="0" sz="3100" spc="80">
                <a:solidFill>
                  <a:srgbClr val="050505"/>
                </a:solidFill>
                <a:latin typeface="Times New Roman"/>
                <a:cs typeface="Times New Roman"/>
              </a:rPr>
              <a:t>neri</a:t>
            </a:r>
            <a:r>
              <a:rPr dirty="0" sz="3100" spc="80">
                <a:solidFill>
                  <a:srgbClr val="211F1C"/>
                </a:solidFill>
                <a:latin typeface="Times New Roman"/>
                <a:cs typeface="Times New Roman"/>
              </a:rPr>
              <a:t>c</a:t>
            </a:r>
            <a:r>
              <a:rPr dirty="0" sz="3100" spc="-80">
                <a:solidFill>
                  <a:srgbClr val="211F1C"/>
                </a:solidFill>
                <a:latin typeface="Times New Roman"/>
                <a:cs typeface="Times New Roman"/>
              </a:rPr>
              <a:t> </a:t>
            </a:r>
            <a:r>
              <a:rPr dirty="0" sz="3100" spc="105">
                <a:solidFill>
                  <a:srgbClr val="211F1C"/>
                </a:solidFill>
                <a:latin typeface="Times New Roman"/>
                <a:cs typeface="Times New Roman"/>
              </a:rPr>
              <a:t>a</a:t>
            </a:r>
            <a:r>
              <a:rPr dirty="0" sz="3100" spc="105">
                <a:solidFill>
                  <a:srgbClr val="050505"/>
                </a:solidFill>
                <a:latin typeface="Times New Roman"/>
                <a:cs typeface="Times New Roman"/>
              </a:rPr>
              <a:t>nd</a:t>
            </a:r>
            <a:r>
              <a:rPr dirty="0" sz="3100" spc="50">
                <a:solidFill>
                  <a:srgbClr val="050505"/>
                </a:solidFill>
                <a:latin typeface="Times New Roman"/>
                <a:cs typeface="Times New Roman"/>
              </a:rPr>
              <a:t> </a:t>
            </a:r>
            <a:r>
              <a:rPr dirty="0" sz="3100" spc="55">
                <a:solidFill>
                  <a:srgbClr val="211F1C"/>
                </a:solidFill>
                <a:latin typeface="Times New Roman"/>
                <a:cs typeface="Times New Roman"/>
              </a:rPr>
              <a:t>re</a:t>
            </a:r>
            <a:r>
              <a:rPr dirty="0" sz="3100" spc="55">
                <a:solidFill>
                  <a:srgbClr val="050505"/>
                </a:solidFill>
                <a:latin typeface="Times New Roman"/>
                <a:cs typeface="Times New Roman"/>
              </a:rPr>
              <a:t>u</a:t>
            </a:r>
            <a:r>
              <a:rPr dirty="0" sz="3100" spc="55">
                <a:solidFill>
                  <a:srgbClr val="211F1C"/>
                </a:solidFill>
                <a:latin typeface="Times New Roman"/>
                <a:cs typeface="Times New Roman"/>
              </a:rPr>
              <a:t>sa</a:t>
            </a:r>
            <a:r>
              <a:rPr dirty="0" sz="3100" spc="55">
                <a:solidFill>
                  <a:srgbClr val="050505"/>
                </a:solidFill>
                <a:latin typeface="Times New Roman"/>
                <a:cs typeface="Times New Roman"/>
              </a:rPr>
              <a:t>bl</a:t>
            </a:r>
            <a:r>
              <a:rPr dirty="0" sz="3100" spc="55">
                <a:solidFill>
                  <a:srgbClr val="211F1C"/>
                </a:solidFill>
                <a:latin typeface="Times New Roman"/>
                <a:cs typeface="Times New Roman"/>
              </a:rPr>
              <a:t>e; </a:t>
            </a:r>
            <a:r>
              <a:rPr dirty="0" sz="3100" spc="55">
                <a:solidFill>
                  <a:srgbClr val="050505"/>
                </a:solidFill>
                <a:latin typeface="Times New Roman"/>
                <a:cs typeface="Times New Roman"/>
              </a:rPr>
              <a:t>d</a:t>
            </a:r>
            <a:r>
              <a:rPr dirty="0" sz="3100" spc="55">
                <a:solidFill>
                  <a:srgbClr val="211F1C"/>
                </a:solidFill>
                <a:latin typeface="Times New Roman"/>
                <a:cs typeface="Times New Roman"/>
              </a:rPr>
              <a:t>oc</a:t>
            </a:r>
            <a:r>
              <a:rPr dirty="0" sz="3100" spc="55">
                <a:solidFill>
                  <a:srgbClr val="050505"/>
                </a:solidFill>
                <a:latin typeface="Times New Roman"/>
                <a:cs typeface="Times New Roman"/>
              </a:rPr>
              <a:t>ument</a:t>
            </a:r>
            <a:r>
              <a:rPr dirty="0" sz="3100" spc="55">
                <a:solidFill>
                  <a:srgbClr val="211F1C"/>
                </a:solidFill>
                <a:latin typeface="Times New Roman"/>
                <a:cs typeface="Times New Roman"/>
              </a:rPr>
              <a:t>-</a:t>
            </a:r>
            <a:r>
              <a:rPr dirty="0" sz="3100">
                <a:solidFill>
                  <a:srgbClr val="211F1C"/>
                </a:solidFill>
                <a:latin typeface="Times New Roman"/>
                <a:cs typeface="Times New Roman"/>
              </a:rPr>
              <a:t>s</a:t>
            </a:r>
            <a:r>
              <a:rPr dirty="0" sz="3100">
                <a:solidFill>
                  <a:srgbClr val="050505"/>
                </a:solidFill>
                <a:latin typeface="Times New Roman"/>
                <a:cs typeface="Times New Roman"/>
              </a:rPr>
              <a:t>pe</a:t>
            </a:r>
            <a:r>
              <a:rPr dirty="0" sz="3100">
                <a:solidFill>
                  <a:srgbClr val="211F1C"/>
                </a:solidFill>
                <a:latin typeface="Times New Roman"/>
                <a:cs typeface="Times New Roman"/>
              </a:rPr>
              <a:t>c</a:t>
            </a:r>
            <a:r>
              <a:rPr dirty="0" sz="3100">
                <a:solidFill>
                  <a:srgbClr val="050505"/>
                </a:solidFill>
                <a:latin typeface="Times New Roman"/>
                <a:cs typeface="Times New Roman"/>
              </a:rPr>
              <a:t>ifi</a:t>
            </a:r>
            <a:r>
              <a:rPr dirty="0" sz="3100">
                <a:solidFill>
                  <a:srgbClr val="211F1C"/>
                </a:solidFill>
                <a:latin typeface="Times New Roman"/>
                <a:cs typeface="Times New Roman"/>
              </a:rPr>
              <a:t>c</a:t>
            </a:r>
            <a:r>
              <a:rPr dirty="0" sz="3100" spc="170">
                <a:solidFill>
                  <a:srgbClr val="211F1C"/>
                </a:solidFill>
                <a:latin typeface="Times New Roman"/>
                <a:cs typeface="Times New Roman"/>
              </a:rPr>
              <a:t> </a:t>
            </a:r>
            <a:r>
              <a:rPr dirty="0" sz="3100">
                <a:solidFill>
                  <a:srgbClr val="050505"/>
                </a:solidFill>
                <a:latin typeface="Times New Roman"/>
                <a:cs typeface="Times New Roman"/>
              </a:rPr>
              <a:t>beh</a:t>
            </a:r>
            <a:r>
              <a:rPr dirty="0" sz="3100">
                <a:solidFill>
                  <a:srgbClr val="211F1C"/>
                </a:solidFill>
                <a:latin typeface="Times New Roman"/>
                <a:cs typeface="Times New Roman"/>
              </a:rPr>
              <a:t>av</a:t>
            </a:r>
            <a:r>
              <a:rPr dirty="0" sz="3100">
                <a:solidFill>
                  <a:srgbClr val="050505"/>
                </a:solidFill>
                <a:latin typeface="Times New Roman"/>
                <a:cs typeface="Times New Roman"/>
              </a:rPr>
              <a:t>i</a:t>
            </a:r>
            <a:r>
              <a:rPr dirty="0" sz="3100">
                <a:solidFill>
                  <a:srgbClr val="211F1C"/>
                </a:solidFill>
                <a:latin typeface="Times New Roman"/>
                <a:cs typeface="Times New Roman"/>
              </a:rPr>
              <a:t>o</a:t>
            </a:r>
            <a:r>
              <a:rPr dirty="0" sz="3100">
                <a:solidFill>
                  <a:srgbClr val="050505"/>
                </a:solidFill>
                <a:latin typeface="Times New Roman"/>
                <a:cs typeface="Times New Roman"/>
              </a:rPr>
              <a:t>r</a:t>
            </a:r>
            <a:r>
              <a:rPr dirty="0" sz="3100" spc="200">
                <a:solidFill>
                  <a:srgbClr val="050505"/>
                </a:solidFill>
                <a:latin typeface="Times New Roman"/>
                <a:cs typeface="Times New Roman"/>
              </a:rPr>
              <a:t> </a:t>
            </a:r>
            <a:r>
              <a:rPr dirty="0" sz="3100" spc="65">
                <a:solidFill>
                  <a:srgbClr val="211F1C"/>
                </a:solidFill>
                <a:latin typeface="Times New Roman"/>
                <a:cs typeface="Times New Roman"/>
              </a:rPr>
              <a:t>co</a:t>
            </a:r>
            <a:r>
              <a:rPr dirty="0" sz="3100" spc="65">
                <a:solidFill>
                  <a:srgbClr val="050505"/>
                </a:solidFill>
                <a:latin typeface="Times New Roman"/>
                <a:cs typeface="Times New Roman"/>
              </a:rPr>
              <a:t>me</a:t>
            </a:r>
            <a:r>
              <a:rPr dirty="0" sz="3100" spc="65">
                <a:solidFill>
                  <a:srgbClr val="211F1C"/>
                </a:solidFill>
                <a:latin typeface="Times New Roman"/>
                <a:cs typeface="Times New Roman"/>
              </a:rPr>
              <a:t>s</a:t>
            </a:r>
            <a:r>
              <a:rPr dirty="0" sz="3100" spc="105">
                <a:solidFill>
                  <a:srgbClr val="211F1C"/>
                </a:solidFill>
                <a:latin typeface="Times New Roman"/>
                <a:cs typeface="Times New Roman"/>
              </a:rPr>
              <a:t> </a:t>
            </a:r>
            <a:r>
              <a:rPr dirty="0" sz="3100" spc="55">
                <a:solidFill>
                  <a:srgbClr val="050505"/>
                </a:solidFill>
                <a:latin typeface="Times New Roman"/>
                <a:cs typeface="Times New Roman"/>
              </a:rPr>
              <a:t>fr</a:t>
            </a:r>
            <a:r>
              <a:rPr dirty="0" sz="3100" spc="55">
                <a:solidFill>
                  <a:srgbClr val="211F1C"/>
                </a:solidFill>
                <a:latin typeface="Times New Roman"/>
                <a:cs typeface="Times New Roman"/>
              </a:rPr>
              <a:t>o</a:t>
            </a:r>
            <a:r>
              <a:rPr dirty="0" sz="3100" spc="55">
                <a:solidFill>
                  <a:srgbClr val="050505"/>
                </a:solidFill>
                <a:latin typeface="Times New Roman"/>
                <a:cs typeface="Times New Roman"/>
              </a:rPr>
              <a:t>m</a:t>
            </a:r>
            <a:r>
              <a:rPr dirty="0" sz="3100" spc="140">
                <a:solidFill>
                  <a:srgbClr val="050505"/>
                </a:solidFill>
                <a:latin typeface="Times New Roman"/>
                <a:cs typeface="Times New Roman"/>
              </a:rPr>
              <a:t> </a:t>
            </a:r>
            <a:r>
              <a:rPr dirty="0" sz="3100" spc="55">
                <a:solidFill>
                  <a:srgbClr val="211F1C"/>
                </a:solidFill>
                <a:latin typeface="Times New Roman"/>
                <a:cs typeface="Times New Roman"/>
              </a:rPr>
              <a:t>co</a:t>
            </a:r>
            <a:r>
              <a:rPr dirty="0" sz="3100" spc="55">
                <a:solidFill>
                  <a:srgbClr val="050505"/>
                </a:solidFill>
                <a:latin typeface="Times New Roman"/>
                <a:cs typeface="Times New Roman"/>
              </a:rPr>
              <a:t>n</a:t>
            </a:r>
            <a:r>
              <a:rPr dirty="0" sz="3100" spc="55">
                <a:solidFill>
                  <a:srgbClr val="211F1C"/>
                </a:solidFill>
                <a:latin typeface="Times New Roman"/>
                <a:cs typeface="Times New Roman"/>
              </a:rPr>
              <a:t>fig</a:t>
            </a:r>
            <a:r>
              <a:rPr dirty="0" sz="3100" spc="55">
                <a:solidFill>
                  <a:srgbClr val="050505"/>
                </a:solidFill>
                <a:latin typeface="Times New Roman"/>
                <a:cs typeface="Times New Roman"/>
              </a:rPr>
              <a:t>ur</a:t>
            </a:r>
            <a:r>
              <a:rPr dirty="0" sz="3100" spc="55">
                <a:solidFill>
                  <a:srgbClr val="211F1C"/>
                </a:solidFill>
                <a:latin typeface="Times New Roman"/>
                <a:cs typeface="Times New Roman"/>
              </a:rPr>
              <a:t>a</a:t>
            </a:r>
            <a:r>
              <a:rPr dirty="0" sz="3100" spc="55">
                <a:solidFill>
                  <a:srgbClr val="050505"/>
                </a:solidFill>
                <a:latin typeface="Times New Roman"/>
                <a:cs typeface="Times New Roman"/>
              </a:rPr>
              <a:t>tion</a:t>
            </a:r>
            <a:r>
              <a:rPr dirty="0" sz="3100" spc="55">
                <a:solidFill>
                  <a:srgbClr val="211F1C"/>
                </a:solidFill>
                <a:latin typeface="Times New Roman"/>
                <a:cs typeface="Times New Roman"/>
              </a:rPr>
              <a:t>.</a:t>
            </a:r>
            <a:endParaRPr sz="3100">
              <a:latin typeface="Times New Roman"/>
              <a:cs typeface="Times New Roman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940344" y="2568541"/>
          <a:ext cx="12325350" cy="41986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02455"/>
                <a:gridCol w="5608320"/>
                <a:gridCol w="2238375"/>
              </a:tblGrid>
              <a:tr h="381000">
                <a:tc>
                  <a:txBody>
                    <a:bodyPr/>
                    <a:lstStyle/>
                    <a:p>
                      <a:pPr marL="40005">
                        <a:lnSpc>
                          <a:spcPts val="2555"/>
                        </a:lnSpc>
                      </a:pPr>
                      <a:r>
                        <a:rPr dirty="0" sz="2300" spc="-10" b="1">
                          <a:solidFill>
                            <a:srgbClr val="050505"/>
                          </a:solidFill>
                          <a:latin typeface="Arial"/>
                          <a:cs typeface="Arial"/>
                        </a:rPr>
                        <a:t>Agent</a:t>
                      </a:r>
                      <a:endParaRPr sz="23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978535">
                        <a:lnSpc>
                          <a:spcPts val="2555"/>
                        </a:lnSpc>
                      </a:pPr>
                      <a:r>
                        <a:rPr dirty="0" sz="2300" spc="-125" b="1">
                          <a:solidFill>
                            <a:srgbClr val="050505"/>
                          </a:solidFill>
                          <a:latin typeface="Arial"/>
                          <a:cs typeface="Arial"/>
                        </a:rPr>
                        <a:t>Business</a:t>
                      </a:r>
                      <a:r>
                        <a:rPr dirty="0" sz="2300" spc="-200" b="1">
                          <a:solidFill>
                            <a:srgbClr val="050505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300" spc="-10" b="1">
                          <a:solidFill>
                            <a:srgbClr val="050505"/>
                          </a:solidFill>
                          <a:latin typeface="Arial"/>
                          <a:cs typeface="Arial"/>
                        </a:rPr>
                        <a:t>Function</a:t>
                      </a:r>
                      <a:endParaRPr sz="23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567690">
                        <a:lnSpc>
                          <a:spcPts val="2555"/>
                        </a:lnSpc>
                      </a:pPr>
                      <a:r>
                        <a:rPr dirty="0" sz="2300" spc="-10" b="1">
                          <a:solidFill>
                            <a:srgbClr val="050505"/>
                          </a:solidFill>
                          <a:latin typeface="Arial"/>
                          <a:cs typeface="Arial"/>
                        </a:rPr>
                        <a:t>Modalities</a:t>
                      </a:r>
                      <a:endParaRPr sz="23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</a:tr>
              <a:tr h="427355">
                <a:tc>
                  <a:txBody>
                    <a:bodyPr/>
                    <a:lstStyle/>
                    <a:p>
                      <a:pPr marL="38735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dirty="0" sz="2300" spc="-25" b="1">
                          <a:solidFill>
                            <a:srgbClr val="050505"/>
                          </a:solidFill>
                          <a:latin typeface="Arial"/>
                          <a:cs typeface="Arial"/>
                        </a:rPr>
                        <a:t>Clas</a:t>
                      </a:r>
                      <a:r>
                        <a:rPr dirty="0" sz="2300" spc="-25" b="1">
                          <a:solidFill>
                            <a:srgbClr val="211F1C"/>
                          </a:solidFill>
                          <a:latin typeface="Arial"/>
                          <a:cs typeface="Arial"/>
                        </a:rPr>
                        <a:t>s</a:t>
                      </a:r>
                      <a:r>
                        <a:rPr dirty="0" sz="2300" spc="-25" b="1">
                          <a:solidFill>
                            <a:srgbClr val="050505"/>
                          </a:solidFill>
                          <a:latin typeface="Arial"/>
                          <a:cs typeface="Arial"/>
                        </a:rPr>
                        <a:t>ificationAgent</a:t>
                      </a:r>
                      <a:endParaRPr sz="2300">
                        <a:latin typeface="Arial"/>
                        <a:cs typeface="Arial"/>
                      </a:endParaRPr>
                    </a:p>
                  </a:txBody>
                  <a:tcPr marL="0" marR="0" marB="0" marT="26670"/>
                </a:tc>
                <a:tc>
                  <a:txBody>
                    <a:bodyPr/>
                    <a:lstStyle/>
                    <a:p>
                      <a:pPr marL="972819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dirty="0" sz="2300">
                          <a:solidFill>
                            <a:srgbClr val="211F1C"/>
                          </a:solidFill>
                          <a:latin typeface="Arial"/>
                          <a:cs typeface="Arial"/>
                        </a:rPr>
                        <a:t>Identifies</a:t>
                      </a:r>
                      <a:r>
                        <a:rPr dirty="0" sz="2300" spc="-160">
                          <a:solidFill>
                            <a:srgbClr val="211F1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300" spc="-10">
                          <a:solidFill>
                            <a:srgbClr val="211F1C"/>
                          </a:solidFill>
                          <a:latin typeface="Arial"/>
                          <a:cs typeface="Arial"/>
                        </a:rPr>
                        <a:t>document</a:t>
                      </a:r>
                      <a:r>
                        <a:rPr dirty="0" sz="2300" spc="-90">
                          <a:solidFill>
                            <a:srgbClr val="211F1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300" spc="-20">
                          <a:solidFill>
                            <a:srgbClr val="211F1C"/>
                          </a:solidFill>
                          <a:latin typeface="Arial"/>
                          <a:cs typeface="Arial"/>
                        </a:rPr>
                        <a:t>type</a:t>
                      </a:r>
                      <a:endParaRPr sz="2300">
                        <a:latin typeface="Arial"/>
                        <a:cs typeface="Arial"/>
                      </a:endParaRPr>
                    </a:p>
                  </a:txBody>
                  <a:tcPr marL="0" marR="0" marB="0" marT="26670"/>
                </a:tc>
                <a:tc>
                  <a:txBody>
                    <a:bodyPr/>
                    <a:lstStyle/>
                    <a:p>
                      <a:pPr marL="58166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dirty="0" sz="2300" spc="-50">
                          <a:solidFill>
                            <a:srgbClr val="211F1C"/>
                          </a:solidFill>
                          <a:latin typeface="Arial"/>
                          <a:cs typeface="Arial"/>
                        </a:rPr>
                        <a:t>Text</a:t>
                      </a:r>
                      <a:r>
                        <a:rPr dirty="0" sz="2300" spc="-100">
                          <a:solidFill>
                            <a:srgbClr val="211F1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300" spc="105">
                          <a:solidFill>
                            <a:srgbClr val="211F1C"/>
                          </a:solidFill>
                          <a:latin typeface="Arial"/>
                          <a:cs typeface="Arial"/>
                        </a:rPr>
                        <a:t>+</a:t>
                      </a:r>
                      <a:r>
                        <a:rPr dirty="0" sz="2300" spc="-170">
                          <a:solidFill>
                            <a:srgbClr val="211F1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300" spc="-10">
                          <a:solidFill>
                            <a:srgbClr val="211F1C"/>
                          </a:solidFill>
                          <a:latin typeface="Arial"/>
                          <a:cs typeface="Arial"/>
                        </a:rPr>
                        <a:t>Vision</a:t>
                      </a:r>
                      <a:endParaRPr sz="2300">
                        <a:latin typeface="Arial"/>
                        <a:cs typeface="Arial"/>
                      </a:endParaRPr>
                    </a:p>
                  </a:txBody>
                  <a:tcPr marL="0" marR="0" marB="0" marT="26670"/>
                </a:tc>
              </a:tr>
              <a:tr h="42100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dirty="0" sz="2300" spc="-10" b="1">
                          <a:solidFill>
                            <a:srgbClr val="050505"/>
                          </a:solidFill>
                          <a:latin typeface="Arial"/>
                          <a:cs typeface="Arial"/>
                        </a:rPr>
                        <a:t>ExtractionAgent</a:t>
                      </a:r>
                      <a:endParaRPr sz="2300">
                        <a:latin typeface="Arial"/>
                        <a:cs typeface="Arial"/>
                      </a:endParaRPr>
                    </a:p>
                  </a:txBody>
                  <a:tcPr marL="0" marR="0" marB="0" marT="20320"/>
                </a:tc>
                <a:tc>
                  <a:txBody>
                    <a:bodyPr/>
                    <a:lstStyle/>
                    <a:p>
                      <a:pPr marL="976630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dirty="0" sz="2300" spc="-20">
                          <a:solidFill>
                            <a:srgbClr val="211F1C"/>
                          </a:solidFill>
                          <a:latin typeface="Arial"/>
                          <a:cs typeface="Arial"/>
                        </a:rPr>
                        <a:t>Extracts</a:t>
                      </a:r>
                      <a:r>
                        <a:rPr dirty="0" sz="2300" spc="-140">
                          <a:solidFill>
                            <a:srgbClr val="211F1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300">
                          <a:solidFill>
                            <a:srgbClr val="211F1C"/>
                          </a:solidFill>
                          <a:latin typeface="Arial"/>
                          <a:cs typeface="Arial"/>
                        </a:rPr>
                        <a:t>structured</a:t>
                      </a:r>
                      <a:r>
                        <a:rPr dirty="0" sz="2300" spc="-50">
                          <a:solidFill>
                            <a:srgbClr val="211F1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300" spc="-20">
                          <a:solidFill>
                            <a:srgbClr val="211F1C"/>
                          </a:solidFill>
                          <a:latin typeface="Arial"/>
                          <a:cs typeface="Arial"/>
                        </a:rPr>
                        <a:t>data</a:t>
                      </a:r>
                      <a:endParaRPr sz="2300">
                        <a:latin typeface="Arial"/>
                        <a:cs typeface="Arial"/>
                      </a:endParaRPr>
                    </a:p>
                  </a:txBody>
                  <a:tcPr marL="0" marR="0" marB="0" marT="20320"/>
                </a:tc>
                <a:tc>
                  <a:txBody>
                    <a:bodyPr/>
                    <a:lstStyle/>
                    <a:p>
                      <a:pPr marL="581660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dirty="0" sz="2300" spc="-50">
                          <a:solidFill>
                            <a:srgbClr val="050505"/>
                          </a:solidFill>
                          <a:latin typeface="Arial"/>
                          <a:cs typeface="Arial"/>
                        </a:rPr>
                        <a:t>T</a:t>
                      </a:r>
                      <a:r>
                        <a:rPr dirty="0" sz="2300" spc="-50">
                          <a:solidFill>
                            <a:srgbClr val="211F1C"/>
                          </a:solidFill>
                          <a:latin typeface="Arial"/>
                          <a:cs typeface="Arial"/>
                        </a:rPr>
                        <a:t>ext</a:t>
                      </a:r>
                      <a:r>
                        <a:rPr dirty="0" sz="2300" spc="-95">
                          <a:solidFill>
                            <a:srgbClr val="211F1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300" spc="105">
                          <a:solidFill>
                            <a:srgbClr val="211F1C"/>
                          </a:solidFill>
                          <a:latin typeface="Arial"/>
                          <a:cs typeface="Arial"/>
                        </a:rPr>
                        <a:t>+</a:t>
                      </a:r>
                      <a:r>
                        <a:rPr dirty="0" sz="2300" spc="-170">
                          <a:solidFill>
                            <a:srgbClr val="211F1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300" spc="-10">
                          <a:solidFill>
                            <a:srgbClr val="211F1C"/>
                          </a:solidFill>
                          <a:latin typeface="Arial"/>
                          <a:cs typeface="Arial"/>
                        </a:rPr>
                        <a:t>Vision</a:t>
                      </a:r>
                      <a:endParaRPr sz="2300">
                        <a:latin typeface="Arial"/>
                        <a:cs typeface="Arial"/>
                      </a:endParaRPr>
                    </a:p>
                  </a:txBody>
                  <a:tcPr marL="0" marR="0" marB="0" marT="20320"/>
                </a:tc>
              </a:tr>
              <a:tr h="427355">
                <a:tc>
                  <a:txBody>
                    <a:bodyPr/>
                    <a:lstStyle/>
                    <a:p>
                      <a:pPr marL="33655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dirty="0" sz="2300" spc="-25" b="1">
                          <a:solidFill>
                            <a:srgbClr val="050505"/>
                          </a:solidFill>
                          <a:latin typeface="Arial"/>
                          <a:cs typeface="Arial"/>
                        </a:rPr>
                        <a:t>TransformationAgent</a:t>
                      </a:r>
                      <a:endParaRPr sz="2300">
                        <a:latin typeface="Arial"/>
                        <a:cs typeface="Arial"/>
                      </a:endParaRPr>
                    </a:p>
                  </a:txBody>
                  <a:tcPr marL="0" marR="0" marB="0" marT="20320"/>
                </a:tc>
                <a:tc>
                  <a:txBody>
                    <a:bodyPr/>
                    <a:lstStyle/>
                    <a:p>
                      <a:pPr marL="984885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dirty="0" sz="2300" spc="-35">
                          <a:solidFill>
                            <a:srgbClr val="211F1C"/>
                          </a:solidFill>
                          <a:latin typeface="Arial"/>
                          <a:cs typeface="Arial"/>
                        </a:rPr>
                        <a:t>Converts</a:t>
                      </a:r>
                      <a:r>
                        <a:rPr dirty="0" sz="2300" spc="-90">
                          <a:solidFill>
                            <a:srgbClr val="211F1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300" spc="80">
                          <a:solidFill>
                            <a:srgbClr val="211F1C"/>
                          </a:solidFill>
                          <a:latin typeface="Arial"/>
                          <a:cs typeface="Arial"/>
                        </a:rPr>
                        <a:t>to</a:t>
                      </a:r>
                      <a:r>
                        <a:rPr dirty="0" sz="2300" spc="-145">
                          <a:solidFill>
                            <a:srgbClr val="211F1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300" spc="-35">
                          <a:solidFill>
                            <a:srgbClr val="211F1C"/>
                          </a:solidFill>
                          <a:latin typeface="Arial"/>
                          <a:cs typeface="Arial"/>
                        </a:rPr>
                        <a:t>required</a:t>
                      </a:r>
                      <a:r>
                        <a:rPr dirty="0" sz="2300" spc="-95">
                          <a:solidFill>
                            <a:srgbClr val="211F1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300" spc="-10">
                          <a:solidFill>
                            <a:srgbClr val="211F1C"/>
                          </a:solidFill>
                          <a:latin typeface="Arial"/>
                          <a:cs typeface="Arial"/>
                        </a:rPr>
                        <a:t>format</a:t>
                      </a:r>
                      <a:endParaRPr sz="2300">
                        <a:latin typeface="Arial"/>
                        <a:cs typeface="Arial"/>
                      </a:endParaRPr>
                    </a:p>
                  </a:txBody>
                  <a:tcPr marL="0" marR="0" marB="0" marT="20320"/>
                </a:tc>
                <a:tc>
                  <a:txBody>
                    <a:bodyPr/>
                    <a:lstStyle/>
                    <a:p>
                      <a:pPr marL="581660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dirty="0" sz="2300" spc="-20">
                          <a:solidFill>
                            <a:srgbClr val="211F1C"/>
                          </a:solidFill>
                          <a:latin typeface="Arial"/>
                          <a:cs typeface="Arial"/>
                        </a:rPr>
                        <a:t>Text</a:t>
                      </a:r>
                      <a:endParaRPr sz="2300">
                        <a:latin typeface="Arial"/>
                        <a:cs typeface="Arial"/>
                      </a:endParaRPr>
                    </a:p>
                  </a:txBody>
                  <a:tcPr marL="0" marR="0" marB="0" marT="20320"/>
                </a:tc>
              </a:tr>
              <a:tr h="42735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dirty="0" sz="2300" spc="-25" b="1">
                          <a:solidFill>
                            <a:srgbClr val="050505"/>
                          </a:solidFill>
                          <a:latin typeface="Arial"/>
                          <a:cs typeface="Arial"/>
                        </a:rPr>
                        <a:t>PublisherAgent</a:t>
                      </a:r>
                      <a:endParaRPr sz="2300">
                        <a:latin typeface="Arial"/>
                        <a:cs typeface="Arial"/>
                      </a:endParaRPr>
                    </a:p>
                  </a:txBody>
                  <a:tcPr marL="0" marR="0" marB="0" marT="26670"/>
                </a:tc>
                <a:tc>
                  <a:txBody>
                    <a:bodyPr/>
                    <a:lstStyle/>
                    <a:p>
                      <a:pPr marL="98425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dirty="0" sz="2300" spc="-60">
                          <a:solidFill>
                            <a:srgbClr val="211F1C"/>
                          </a:solidFill>
                          <a:latin typeface="Arial"/>
                          <a:cs typeface="Arial"/>
                        </a:rPr>
                        <a:t>Generates</a:t>
                      </a:r>
                      <a:r>
                        <a:rPr dirty="0" sz="2300" spc="-85">
                          <a:solidFill>
                            <a:srgbClr val="211F1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300" spc="-30">
                          <a:solidFill>
                            <a:srgbClr val="211F1C"/>
                          </a:solidFill>
                          <a:latin typeface="Arial"/>
                          <a:cs typeface="Arial"/>
                        </a:rPr>
                        <a:t>system</a:t>
                      </a:r>
                      <a:r>
                        <a:rPr dirty="0" sz="2300" spc="-130">
                          <a:solidFill>
                            <a:srgbClr val="211F1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300" spc="-10">
                          <a:solidFill>
                            <a:srgbClr val="211F1C"/>
                          </a:solidFill>
                          <a:latin typeface="Arial"/>
                          <a:cs typeface="Arial"/>
                        </a:rPr>
                        <a:t>metadata</a:t>
                      </a:r>
                      <a:endParaRPr sz="2300">
                        <a:latin typeface="Arial"/>
                        <a:cs typeface="Arial"/>
                      </a:endParaRPr>
                    </a:p>
                  </a:txBody>
                  <a:tcPr marL="0" marR="0" marB="0" marT="26670"/>
                </a:tc>
                <a:tc>
                  <a:txBody>
                    <a:bodyPr/>
                    <a:lstStyle/>
                    <a:p>
                      <a:pPr marL="58166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dirty="0" sz="2300" spc="-20">
                          <a:solidFill>
                            <a:srgbClr val="33312F"/>
                          </a:solidFill>
                          <a:latin typeface="Arial"/>
                          <a:cs typeface="Arial"/>
                        </a:rPr>
                        <a:t>Text</a:t>
                      </a:r>
                      <a:endParaRPr sz="2300">
                        <a:latin typeface="Arial"/>
                        <a:cs typeface="Arial"/>
                      </a:endParaRPr>
                    </a:p>
                  </a:txBody>
                  <a:tcPr marL="0" marR="0" marB="0" marT="26670"/>
                </a:tc>
              </a:tr>
              <a:tr h="421005">
                <a:tc>
                  <a:txBody>
                    <a:bodyPr/>
                    <a:lstStyle/>
                    <a:p>
                      <a:pPr marL="40005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dirty="0" sz="2300" spc="-30" b="1">
                          <a:solidFill>
                            <a:srgbClr val="050505"/>
                          </a:solidFill>
                          <a:latin typeface="Arial"/>
                          <a:cs typeface="Arial"/>
                        </a:rPr>
                        <a:t>Vi</a:t>
                      </a:r>
                      <a:r>
                        <a:rPr dirty="0" sz="2300" spc="-30" b="1">
                          <a:solidFill>
                            <a:srgbClr val="211F1C"/>
                          </a:solidFill>
                          <a:latin typeface="Arial"/>
                          <a:cs typeface="Arial"/>
                        </a:rPr>
                        <a:t>s</a:t>
                      </a:r>
                      <a:r>
                        <a:rPr dirty="0" sz="2300" spc="-30" b="1">
                          <a:solidFill>
                            <a:srgbClr val="050505"/>
                          </a:solidFill>
                          <a:latin typeface="Arial"/>
                          <a:cs typeface="Arial"/>
                        </a:rPr>
                        <a:t>ionDetect</a:t>
                      </a:r>
                      <a:r>
                        <a:rPr dirty="0" sz="2300" spc="-30" b="1">
                          <a:solidFill>
                            <a:srgbClr val="211F1C"/>
                          </a:solidFill>
                          <a:latin typeface="Arial"/>
                          <a:cs typeface="Arial"/>
                        </a:rPr>
                        <a:t>i</a:t>
                      </a:r>
                      <a:r>
                        <a:rPr dirty="0" sz="2300" spc="-30" b="1">
                          <a:solidFill>
                            <a:srgbClr val="050505"/>
                          </a:solidFill>
                          <a:latin typeface="Arial"/>
                          <a:cs typeface="Arial"/>
                        </a:rPr>
                        <a:t>onAgent</a:t>
                      </a:r>
                      <a:endParaRPr sz="2300">
                        <a:latin typeface="Arial"/>
                        <a:cs typeface="Arial"/>
                      </a:endParaRPr>
                    </a:p>
                  </a:txBody>
                  <a:tcPr marL="0" marR="0" marB="0" marT="20320"/>
                </a:tc>
                <a:tc>
                  <a:txBody>
                    <a:bodyPr/>
                    <a:lstStyle/>
                    <a:p>
                      <a:pPr marL="977265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dirty="0" sz="2300" spc="-10">
                          <a:solidFill>
                            <a:srgbClr val="211F1C"/>
                          </a:solidFill>
                          <a:latin typeface="Arial"/>
                          <a:cs typeface="Arial"/>
                        </a:rPr>
                        <a:t>Detects</a:t>
                      </a:r>
                      <a:r>
                        <a:rPr dirty="0" sz="2300" spc="-150">
                          <a:solidFill>
                            <a:srgbClr val="211F1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300">
                          <a:solidFill>
                            <a:srgbClr val="211F1C"/>
                          </a:solidFill>
                          <a:latin typeface="Arial"/>
                          <a:cs typeface="Arial"/>
                        </a:rPr>
                        <a:t>handwritten</a:t>
                      </a:r>
                      <a:r>
                        <a:rPr dirty="0" sz="2300" spc="-114">
                          <a:solidFill>
                            <a:srgbClr val="211F1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300" spc="-10">
                          <a:solidFill>
                            <a:srgbClr val="211F1C"/>
                          </a:solidFill>
                          <a:latin typeface="Arial"/>
                          <a:cs typeface="Arial"/>
                        </a:rPr>
                        <a:t>cor</a:t>
                      </a:r>
                      <a:r>
                        <a:rPr dirty="0" sz="2300" spc="-10">
                          <a:solidFill>
                            <a:srgbClr val="050505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dirty="0" sz="2300" spc="-10">
                          <a:solidFill>
                            <a:srgbClr val="211F1C"/>
                          </a:solidFill>
                          <a:latin typeface="Arial"/>
                          <a:cs typeface="Arial"/>
                        </a:rPr>
                        <a:t>ections</a:t>
                      </a:r>
                      <a:endParaRPr sz="2300">
                        <a:latin typeface="Arial"/>
                        <a:cs typeface="Arial"/>
                      </a:endParaRPr>
                    </a:p>
                  </a:txBody>
                  <a:tcPr marL="0" marR="0" marB="0" marT="20320"/>
                </a:tc>
                <a:tc>
                  <a:txBody>
                    <a:bodyPr/>
                    <a:lstStyle/>
                    <a:p>
                      <a:pPr marL="587375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dirty="0" sz="2300" spc="-10">
                          <a:solidFill>
                            <a:srgbClr val="211F1C"/>
                          </a:solidFill>
                          <a:latin typeface="Arial"/>
                          <a:cs typeface="Arial"/>
                        </a:rPr>
                        <a:t>Vision</a:t>
                      </a:r>
                      <a:endParaRPr sz="2300">
                        <a:latin typeface="Arial"/>
                        <a:cs typeface="Arial"/>
                      </a:endParaRPr>
                    </a:p>
                  </a:txBody>
                  <a:tcPr marL="0" marR="0" marB="0" marT="20320"/>
                </a:tc>
              </a:tr>
              <a:tr h="42100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dirty="0" sz="2300" spc="-10" b="1">
                          <a:solidFill>
                            <a:srgbClr val="050505"/>
                          </a:solidFill>
                          <a:latin typeface="Arial"/>
                          <a:cs typeface="Arial"/>
                        </a:rPr>
                        <a:t>EvaluationAgent</a:t>
                      </a:r>
                      <a:endParaRPr sz="2300">
                        <a:latin typeface="Arial"/>
                        <a:cs typeface="Arial"/>
                      </a:endParaRPr>
                    </a:p>
                  </a:txBody>
                  <a:tcPr marL="0" marR="0" marB="0" marT="20320"/>
                </a:tc>
                <a:tc>
                  <a:txBody>
                    <a:bodyPr/>
                    <a:lstStyle/>
                    <a:p>
                      <a:pPr marL="986155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dirty="0" sz="2300" spc="-70">
                          <a:solidFill>
                            <a:srgbClr val="211F1C"/>
                          </a:solidFill>
                          <a:latin typeface="Arial"/>
                          <a:cs typeface="Arial"/>
                        </a:rPr>
                        <a:t>Scores</a:t>
                      </a:r>
                      <a:r>
                        <a:rPr dirty="0" sz="2300" spc="-45">
                          <a:solidFill>
                            <a:srgbClr val="211F1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300">
                          <a:solidFill>
                            <a:srgbClr val="211F1C"/>
                          </a:solidFill>
                          <a:latin typeface="Arial"/>
                          <a:cs typeface="Arial"/>
                        </a:rPr>
                        <a:t>extrac</a:t>
                      </a:r>
                      <a:r>
                        <a:rPr dirty="0" sz="2300">
                          <a:solidFill>
                            <a:srgbClr val="050505"/>
                          </a:solidFill>
                          <a:latin typeface="Arial"/>
                          <a:cs typeface="Arial"/>
                        </a:rPr>
                        <a:t>t</a:t>
                      </a:r>
                      <a:r>
                        <a:rPr dirty="0" sz="2300">
                          <a:solidFill>
                            <a:srgbClr val="211F1C"/>
                          </a:solidFill>
                          <a:latin typeface="Arial"/>
                          <a:cs typeface="Arial"/>
                        </a:rPr>
                        <a:t>ion</a:t>
                      </a:r>
                      <a:r>
                        <a:rPr dirty="0" sz="2300" spc="-165">
                          <a:solidFill>
                            <a:srgbClr val="211F1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300" spc="-10">
                          <a:solidFill>
                            <a:srgbClr val="211F1C"/>
                          </a:solidFill>
                          <a:latin typeface="Arial"/>
                          <a:cs typeface="Arial"/>
                        </a:rPr>
                        <a:t>confidence</a:t>
                      </a:r>
                      <a:endParaRPr sz="2300">
                        <a:latin typeface="Arial"/>
                        <a:cs typeface="Arial"/>
                      </a:endParaRPr>
                    </a:p>
                  </a:txBody>
                  <a:tcPr marL="0" marR="0" marB="0" marT="20320"/>
                </a:tc>
                <a:tc>
                  <a:txBody>
                    <a:bodyPr/>
                    <a:lstStyle/>
                    <a:p>
                      <a:pPr marL="587375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dirty="0" sz="2300" spc="-10">
                          <a:solidFill>
                            <a:srgbClr val="211F1C"/>
                          </a:solidFill>
                          <a:latin typeface="Arial"/>
                          <a:cs typeface="Arial"/>
                        </a:rPr>
                        <a:t>Vision</a:t>
                      </a:r>
                      <a:endParaRPr sz="2300">
                        <a:latin typeface="Arial"/>
                        <a:cs typeface="Arial"/>
                      </a:endParaRPr>
                    </a:p>
                  </a:txBody>
                  <a:tcPr marL="0" marR="0" marB="0" marT="20320"/>
                </a:tc>
              </a:tr>
              <a:tr h="619760">
                <a:tc>
                  <a:txBody>
                    <a:bodyPr/>
                    <a:lstStyle/>
                    <a:p>
                      <a:pPr marL="3873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dirty="0" sz="2300" spc="-10" b="1">
                          <a:solidFill>
                            <a:srgbClr val="050505"/>
                          </a:solidFill>
                          <a:latin typeface="Arial"/>
                          <a:cs typeface="Arial"/>
                        </a:rPr>
                        <a:t>ClarityAgent</a:t>
                      </a:r>
                      <a:endParaRPr sz="2300">
                        <a:latin typeface="Arial"/>
                        <a:cs typeface="Arial"/>
                      </a:endParaRPr>
                    </a:p>
                  </a:txBody>
                  <a:tcPr marL="0" marR="0" marB="0" marT="33020"/>
                </a:tc>
                <a:tc>
                  <a:txBody>
                    <a:bodyPr/>
                    <a:lstStyle/>
                    <a:p>
                      <a:pPr marL="987425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dirty="0" sz="2300" spc="-80">
                          <a:solidFill>
                            <a:srgbClr val="211F1C"/>
                          </a:solidFill>
                          <a:latin typeface="Arial"/>
                          <a:cs typeface="Arial"/>
                        </a:rPr>
                        <a:t>Assesses </a:t>
                      </a:r>
                      <a:r>
                        <a:rPr dirty="0" sz="2300" spc="-20">
                          <a:solidFill>
                            <a:srgbClr val="211F1C"/>
                          </a:solidFill>
                          <a:latin typeface="Arial"/>
                          <a:cs typeface="Arial"/>
                        </a:rPr>
                        <a:t>document</a:t>
                      </a:r>
                      <a:r>
                        <a:rPr dirty="0" sz="2300" spc="-50">
                          <a:solidFill>
                            <a:srgbClr val="211F1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300" spc="-10">
                          <a:solidFill>
                            <a:srgbClr val="211F1C"/>
                          </a:solidFill>
                          <a:latin typeface="Arial"/>
                          <a:cs typeface="Arial"/>
                        </a:rPr>
                        <a:t>quality</a:t>
                      </a:r>
                      <a:endParaRPr sz="2300">
                        <a:latin typeface="Arial"/>
                        <a:cs typeface="Arial"/>
                      </a:endParaRPr>
                    </a:p>
                  </a:txBody>
                  <a:tcPr marL="0" marR="0" marB="0" marT="20320"/>
                </a:tc>
                <a:tc>
                  <a:txBody>
                    <a:bodyPr/>
                    <a:lstStyle/>
                    <a:p>
                      <a:pPr marL="587375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dirty="0" sz="2300" spc="-10">
                          <a:solidFill>
                            <a:srgbClr val="211F1C"/>
                          </a:solidFill>
                          <a:latin typeface="Arial"/>
                          <a:cs typeface="Arial"/>
                        </a:rPr>
                        <a:t>Vision</a:t>
                      </a:r>
                      <a:endParaRPr sz="2300">
                        <a:latin typeface="Arial"/>
                        <a:cs typeface="Arial"/>
                      </a:endParaRPr>
                    </a:p>
                  </a:txBody>
                  <a:tcPr marL="0" marR="0" marB="0" marT="20320"/>
                </a:tc>
              </a:tr>
              <a:tr h="652780">
                <a:tc>
                  <a:txBody>
                    <a:bodyPr/>
                    <a:lstStyle/>
                    <a:p>
                      <a:pPr marL="40005">
                        <a:lnSpc>
                          <a:spcPts val="3479"/>
                        </a:lnSpc>
                        <a:spcBef>
                          <a:spcPts val="1565"/>
                        </a:spcBef>
                      </a:pPr>
                      <a:r>
                        <a:rPr dirty="0" sz="2950" spc="-70" b="1">
                          <a:solidFill>
                            <a:srgbClr val="211F1C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dirty="0" sz="2950" spc="-260" b="1">
                          <a:solidFill>
                            <a:srgbClr val="211F1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950" spc="-55" b="1">
                          <a:solidFill>
                            <a:srgbClr val="211F1C"/>
                          </a:solidFill>
                          <a:latin typeface="Arial"/>
                          <a:cs typeface="Arial"/>
                        </a:rPr>
                        <a:t>Practical</a:t>
                      </a:r>
                      <a:r>
                        <a:rPr dirty="0" sz="2950" spc="-180" b="1">
                          <a:solidFill>
                            <a:srgbClr val="211F1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950" spc="-10" b="1">
                          <a:solidFill>
                            <a:srgbClr val="211F1C"/>
                          </a:solidFill>
                          <a:latin typeface="Arial"/>
                          <a:cs typeface="Arial"/>
                        </a:rPr>
                        <a:t>Example</a:t>
                      </a:r>
                      <a:endParaRPr sz="2950">
                        <a:latin typeface="Arial"/>
                        <a:cs typeface="Arial"/>
                      </a:endParaRPr>
                    </a:p>
                  </a:txBody>
                  <a:tcPr marL="0" marR="0" marB="0" marT="19875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953535" y="6983412"/>
            <a:ext cx="3222625" cy="3778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300">
                <a:solidFill>
                  <a:srgbClr val="211F1C"/>
                </a:solidFill>
                <a:latin typeface="Arial"/>
                <a:cs typeface="Arial"/>
              </a:rPr>
              <a:t>Invoice</a:t>
            </a:r>
            <a:r>
              <a:rPr dirty="0" sz="2300" spc="-100">
                <a:solidFill>
                  <a:srgbClr val="211F1C"/>
                </a:solidFill>
                <a:latin typeface="Arial"/>
                <a:cs typeface="Arial"/>
              </a:rPr>
              <a:t> </a:t>
            </a:r>
            <a:r>
              <a:rPr dirty="0" sz="2300" spc="-10">
                <a:solidFill>
                  <a:srgbClr val="211F1C"/>
                </a:solidFill>
                <a:latin typeface="Arial"/>
                <a:cs typeface="Arial"/>
              </a:rPr>
              <a:t>P</a:t>
            </a:r>
            <a:r>
              <a:rPr dirty="0" sz="2300" spc="-10">
                <a:solidFill>
                  <a:srgbClr val="050505"/>
                </a:solidFill>
                <a:latin typeface="Arial"/>
                <a:cs typeface="Arial"/>
              </a:rPr>
              <a:t>r</a:t>
            </a:r>
            <a:r>
              <a:rPr dirty="0" sz="2300" spc="-10">
                <a:solidFill>
                  <a:srgbClr val="211F1C"/>
                </a:solidFill>
                <a:latin typeface="Arial"/>
                <a:cs typeface="Arial"/>
              </a:rPr>
              <a:t>ocessing</a:t>
            </a:r>
            <a:r>
              <a:rPr dirty="0" sz="2300" spc="-140">
                <a:solidFill>
                  <a:srgbClr val="211F1C"/>
                </a:solidFill>
                <a:latin typeface="Arial"/>
                <a:cs typeface="Arial"/>
              </a:rPr>
              <a:t> </a:t>
            </a:r>
            <a:r>
              <a:rPr dirty="0" sz="2300" spc="-10">
                <a:solidFill>
                  <a:srgbClr val="211F1C"/>
                </a:solidFill>
                <a:latin typeface="Arial"/>
                <a:cs typeface="Arial"/>
              </a:rPr>
              <a:t>uses:</a:t>
            </a:r>
            <a:endParaRPr sz="23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270603" y="6844052"/>
            <a:ext cx="4419600" cy="1233805"/>
          </a:xfrm>
          <a:prstGeom prst="rect">
            <a:avLst/>
          </a:prstGeom>
        </p:spPr>
        <p:txBody>
          <a:bodyPr wrap="square" lIns="0" tIns="1536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10"/>
              </a:spcBef>
            </a:pPr>
            <a:r>
              <a:rPr dirty="0" sz="2300">
                <a:solidFill>
                  <a:srgbClr val="211F1C"/>
                </a:solidFill>
                <a:latin typeface="Arial"/>
                <a:cs typeface="Arial"/>
              </a:rPr>
              <a:t>Contract</a:t>
            </a:r>
            <a:r>
              <a:rPr dirty="0" sz="2300" spc="150">
                <a:solidFill>
                  <a:srgbClr val="211F1C"/>
                </a:solidFill>
                <a:latin typeface="Arial"/>
                <a:cs typeface="Arial"/>
              </a:rPr>
              <a:t> </a:t>
            </a:r>
            <a:r>
              <a:rPr dirty="0" sz="2300" spc="-10">
                <a:solidFill>
                  <a:srgbClr val="211F1C"/>
                </a:solidFill>
                <a:latin typeface="Arial"/>
                <a:cs typeface="Arial"/>
              </a:rPr>
              <a:t>A</a:t>
            </a:r>
            <a:r>
              <a:rPr dirty="0" sz="2300" spc="-10">
                <a:solidFill>
                  <a:srgbClr val="050505"/>
                </a:solidFill>
                <a:latin typeface="Arial"/>
                <a:cs typeface="Arial"/>
              </a:rPr>
              <a:t>n</a:t>
            </a:r>
            <a:r>
              <a:rPr dirty="0" sz="2300" spc="-10">
                <a:solidFill>
                  <a:srgbClr val="211F1C"/>
                </a:solidFill>
                <a:latin typeface="Arial"/>
                <a:cs typeface="Arial"/>
              </a:rPr>
              <a:t>alysis</a:t>
            </a:r>
            <a:r>
              <a:rPr dirty="0" sz="2300" spc="-185">
                <a:solidFill>
                  <a:srgbClr val="211F1C"/>
                </a:solidFill>
                <a:latin typeface="Arial"/>
                <a:cs typeface="Arial"/>
              </a:rPr>
              <a:t> </a:t>
            </a:r>
            <a:r>
              <a:rPr dirty="0" sz="2300" spc="-20">
                <a:solidFill>
                  <a:srgbClr val="050505"/>
                </a:solidFill>
                <a:latin typeface="Arial"/>
                <a:cs typeface="Arial"/>
              </a:rPr>
              <a:t>u</a:t>
            </a:r>
            <a:r>
              <a:rPr dirty="0" sz="2300" spc="-20">
                <a:solidFill>
                  <a:srgbClr val="33312F"/>
                </a:solidFill>
                <a:latin typeface="Arial"/>
                <a:cs typeface="Arial"/>
              </a:rPr>
              <a:t>ses:</a:t>
            </a:r>
            <a:endParaRPr sz="2300">
              <a:latin typeface="Arial"/>
              <a:cs typeface="Arial"/>
            </a:endParaRPr>
          </a:p>
          <a:p>
            <a:pPr marL="438784">
              <a:lnSpc>
                <a:spcPct val="100000"/>
              </a:lnSpc>
              <a:spcBef>
                <a:spcPts val="1614"/>
              </a:spcBef>
            </a:pPr>
            <a:r>
              <a:rPr dirty="0" sz="3350" spc="4970">
                <a:solidFill>
                  <a:srgbClr val="2F4657"/>
                </a:solidFill>
                <a:latin typeface="Times New Roman"/>
                <a:cs typeface="Times New Roman"/>
              </a:rPr>
              <a:t>�-</a:t>
            </a:r>
            <a:r>
              <a:rPr dirty="0" sz="3350" spc="2475">
                <a:solidFill>
                  <a:srgbClr val="2F4657"/>
                </a:solidFill>
                <a:latin typeface="Times New Roman"/>
                <a:cs typeface="Times New Roman"/>
              </a:rPr>
              <a:t>-</a:t>
            </a:r>
            <a:r>
              <a:rPr dirty="0" sz="3350" spc="4355">
                <a:solidFill>
                  <a:srgbClr val="2F4657"/>
                </a:solidFill>
                <a:latin typeface="Times New Roman"/>
                <a:cs typeface="Times New Roman"/>
              </a:rPr>
              <a:t>�- </a:t>
            </a:r>
            <a:r>
              <a:rPr dirty="0" sz="3350" spc="2425">
                <a:solidFill>
                  <a:srgbClr val="2F4657"/>
                </a:solidFill>
                <a:latin typeface="Times New Roman"/>
                <a:cs typeface="Times New Roman"/>
              </a:rPr>
              <a:t>-</a:t>
            </a:r>
            <a:endParaRPr sz="33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16776" y="8138748"/>
            <a:ext cx="1517015" cy="3397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050" spc="-25">
                <a:solidFill>
                  <a:srgbClr val="211F1C"/>
                </a:solidFill>
                <a:latin typeface="Arial"/>
                <a:cs typeface="Arial"/>
              </a:rPr>
              <a:t>Classification</a:t>
            </a:r>
            <a:endParaRPr sz="205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023533" y="8138748"/>
            <a:ext cx="1151255" cy="3397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050" spc="-25">
                <a:solidFill>
                  <a:srgbClr val="211F1C"/>
                </a:solidFill>
                <a:latin typeface="Arial"/>
                <a:cs typeface="Arial"/>
              </a:rPr>
              <a:t>Extraction</a:t>
            </a:r>
            <a:endParaRPr sz="205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693954" y="8138748"/>
            <a:ext cx="7837805" cy="1045844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2291080" algn="l"/>
                <a:tab pos="4590415" algn="l"/>
                <a:tab pos="6710045" algn="l"/>
              </a:tabLst>
            </a:pPr>
            <a:r>
              <a:rPr dirty="0" sz="2050" spc="-10">
                <a:solidFill>
                  <a:srgbClr val="211F1C"/>
                </a:solidFill>
                <a:latin typeface="Arial"/>
                <a:cs typeface="Arial"/>
              </a:rPr>
              <a:t>Transformation</a:t>
            </a:r>
            <a:r>
              <a:rPr dirty="0" sz="2050">
                <a:solidFill>
                  <a:srgbClr val="211F1C"/>
                </a:solidFill>
                <a:latin typeface="Arial"/>
                <a:cs typeface="Arial"/>
              </a:rPr>
              <a:t>	</a:t>
            </a:r>
            <a:r>
              <a:rPr dirty="0" sz="2050" spc="-10">
                <a:solidFill>
                  <a:srgbClr val="211F1C"/>
                </a:solidFill>
                <a:latin typeface="Arial"/>
                <a:cs typeface="Arial"/>
              </a:rPr>
              <a:t>Publisher</a:t>
            </a:r>
            <a:r>
              <a:rPr dirty="0" sz="2050">
                <a:solidFill>
                  <a:srgbClr val="211F1C"/>
                </a:solidFill>
                <a:latin typeface="Arial"/>
                <a:cs typeface="Arial"/>
              </a:rPr>
              <a:t>	</a:t>
            </a:r>
            <a:r>
              <a:rPr dirty="0" sz="2050" spc="-10">
                <a:solidFill>
                  <a:srgbClr val="211F1C"/>
                </a:solidFill>
                <a:latin typeface="Arial"/>
                <a:cs typeface="Arial"/>
              </a:rPr>
              <a:t>Classification</a:t>
            </a:r>
            <a:r>
              <a:rPr dirty="0" sz="2050">
                <a:solidFill>
                  <a:srgbClr val="211F1C"/>
                </a:solidFill>
                <a:latin typeface="Arial"/>
                <a:cs typeface="Arial"/>
              </a:rPr>
              <a:t>	</a:t>
            </a:r>
            <a:r>
              <a:rPr dirty="0" sz="2050" spc="-35">
                <a:solidFill>
                  <a:srgbClr val="211F1C"/>
                </a:solidFill>
                <a:latin typeface="Arial"/>
                <a:cs typeface="Arial"/>
              </a:rPr>
              <a:t>Extraction</a:t>
            </a:r>
            <a:endParaRPr sz="2050">
              <a:latin typeface="Arial"/>
              <a:cs typeface="Arial"/>
            </a:endParaRPr>
          </a:p>
          <a:p>
            <a:pPr algn="ctr" marL="316230">
              <a:lnSpc>
                <a:spcPct val="100000"/>
              </a:lnSpc>
              <a:spcBef>
                <a:spcPts val="2315"/>
              </a:spcBef>
            </a:pPr>
            <a:r>
              <a:rPr dirty="0" sz="2700">
                <a:solidFill>
                  <a:srgbClr val="445662"/>
                </a:solidFill>
                <a:latin typeface="Times New Roman"/>
                <a:cs typeface="Times New Roman"/>
              </a:rPr>
              <a:t>Same</a:t>
            </a:r>
            <a:r>
              <a:rPr dirty="0" sz="2700" spc="45">
                <a:solidFill>
                  <a:srgbClr val="445662"/>
                </a:solidFill>
                <a:latin typeface="Times New Roman"/>
                <a:cs typeface="Times New Roman"/>
              </a:rPr>
              <a:t> </a:t>
            </a:r>
            <a:r>
              <a:rPr dirty="0" sz="2700">
                <a:solidFill>
                  <a:srgbClr val="445662"/>
                </a:solidFill>
                <a:latin typeface="Times New Roman"/>
                <a:cs typeface="Times New Roman"/>
              </a:rPr>
              <a:t>agents,</a:t>
            </a:r>
            <a:r>
              <a:rPr dirty="0" sz="2700" spc="135">
                <a:solidFill>
                  <a:srgbClr val="445662"/>
                </a:solidFill>
                <a:latin typeface="Times New Roman"/>
                <a:cs typeface="Times New Roman"/>
              </a:rPr>
              <a:t> </a:t>
            </a:r>
            <a:r>
              <a:rPr dirty="0" sz="2700">
                <a:solidFill>
                  <a:srgbClr val="445662"/>
                </a:solidFill>
                <a:latin typeface="Times New Roman"/>
                <a:cs typeface="Times New Roman"/>
              </a:rPr>
              <a:t>different</a:t>
            </a:r>
            <a:r>
              <a:rPr dirty="0" sz="2700" spc="265">
                <a:solidFill>
                  <a:srgbClr val="445662"/>
                </a:solidFill>
                <a:latin typeface="Times New Roman"/>
                <a:cs typeface="Times New Roman"/>
              </a:rPr>
              <a:t> </a:t>
            </a:r>
            <a:r>
              <a:rPr dirty="0" sz="2700" spc="40">
                <a:solidFill>
                  <a:srgbClr val="445662"/>
                </a:solidFill>
                <a:latin typeface="Times New Roman"/>
                <a:cs typeface="Times New Roman"/>
              </a:rPr>
              <a:t>configurations.</a:t>
            </a:r>
            <a:endParaRPr sz="27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3327698" y="8138748"/>
            <a:ext cx="2903220" cy="3397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2172335" algn="l"/>
              </a:tabLst>
            </a:pPr>
            <a:r>
              <a:rPr dirty="0" sz="2050" spc="-10">
                <a:solidFill>
                  <a:srgbClr val="211F1C"/>
                </a:solidFill>
                <a:latin typeface="Arial"/>
                <a:cs typeface="Arial"/>
              </a:rPr>
              <a:t>Eva</a:t>
            </a:r>
            <a:r>
              <a:rPr dirty="0" sz="2050" spc="-10">
                <a:solidFill>
                  <a:srgbClr val="050505"/>
                </a:solidFill>
                <a:latin typeface="Arial"/>
                <a:cs typeface="Arial"/>
              </a:rPr>
              <a:t>l</a:t>
            </a:r>
            <a:r>
              <a:rPr dirty="0" sz="2050" spc="-10">
                <a:solidFill>
                  <a:srgbClr val="211F1C"/>
                </a:solidFill>
                <a:latin typeface="Arial"/>
                <a:cs typeface="Arial"/>
              </a:rPr>
              <a:t>uation</a:t>
            </a:r>
            <a:r>
              <a:rPr dirty="0" sz="2050">
                <a:solidFill>
                  <a:srgbClr val="211F1C"/>
                </a:solidFill>
                <a:latin typeface="Arial"/>
                <a:cs typeface="Arial"/>
              </a:rPr>
              <a:t>	</a:t>
            </a:r>
            <a:r>
              <a:rPr dirty="0" sz="2050" spc="-20">
                <a:solidFill>
                  <a:srgbClr val="211F1C"/>
                </a:solidFill>
                <a:latin typeface="Arial"/>
                <a:cs typeface="Arial"/>
              </a:rPr>
              <a:t>Clarity</a:t>
            </a:r>
            <a:endParaRPr sz="205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4296225" y="7423844"/>
            <a:ext cx="1870710" cy="6153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3850" spc="725">
                <a:solidFill>
                  <a:srgbClr val="2F4657"/>
                </a:solidFill>
                <a:latin typeface="Times New Roman"/>
                <a:cs typeface="Times New Roman"/>
              </a:rPr>
              <a:t>-</a:t>
            </a:r>
            <a:r>
              <a:rPr dirty="0" sz="3850" spc="1215">
                <a:solidFill>
                  <a:srgbClr val="2F4657"/>
                </a:solidFill>
                <a:latin typeface="Times New Roman"/>
                <a:cs typeface="Times New Roman"/>
              </a:rPr>
              <a:t>�&lt;Q</a:t>
            </a:r>
            <a:endParaRPr sz="38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4215" y="3855639"/>
            <a:ext cx="4738133" cy="5157522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50778" rIns="0" bIns="0" rtlCol="0" vert="horz">
            <a:spAutoFit/>
          </a:bodyPr>
          <a:lstStyle/>
          <a:p>
            <a:pPr marL="32384">
              <a:lnSpc>
                <a:spcPct val="100000"/>
              </a:lnSpc>
              <a:spcBef>
                <a:spcPts val="114"/>
              </a:spcBef>
            </a:pPr>
            <a:r>
              <a:rPr dirty="0" sz="3350">
                <a:solidFill>
                  <a:srgbClr val="010101"/>
                </a:solidFill>
              </a:rPr>
              <a:t>Pillar</a:t>
            </a:r>
            <a:r>
              <a:rPr dirty="0" sz="3350" spc="-50">
                <a:solidFill>
                  <a:srgbClr val="010101"/>
                </a:solidFill>
              </a:rPr>
              <a:t> </a:t>
            </a:r>
            <a:r>
              <a:rPr dirty="0" sz="3350">
                <a:solidFill>
                  <a:srgbClr val="010101"/>
                </a:solidFill>
              </a:rPr>
              <a:t>3:</a:t>
            </a:r>
            <a:r>
              <a:rPr dirty="0" sz="3350" spc="315">
                <a:solidFill>
                  <a:srgbClr val="010101"/>
                </a:solidFill>
              </a:rPr>
              <a:t> </a:t>
            </a:r>
            <a:r>
              <a:rPr dirty="0" sz="3350" spc="75">
                <a:solidFill>
                  <a:srgbClr val="010101"/>
                </a:solidFill>
              </a:rPr>
              <a:t>Zero-</a:t>
            </a:r>
            <a:r>
              <a:rPr dirty="0" sz="3350" spc="100">
                <a:solidFill>
                  <a:srgbClr val="010101"/>
                </a:solidFill>
              </a:rPr>
              <a:t>Code</a:t>
            </a:r>
            <a:r>
              <a:rPr dirty="0" sz="3350" spc="110">
                <a:solidFill>
                  <a:srgbClr val="010101"/>
                </a:solidFill>
              </a:rPr>
              <a:t> </a:t>
            </a:r>
            <a:r>
              <a:rPr dirty="0" sz="3350" spc="45">
                <a:solidFill>
                  <a:srgbClr val="010101"/>
                </a:solidFill>
              </a:rPr>
              <a:t>Configuration</a:t>
            </a:r>
            <a:r>
              <a:rPr dirty="0" sz="3350" spc="260">
                <a:solidFill>
                  <a:srgbClr val="010101"/>
                </a:solidFill>
              </a:rPr>
              <a:t> </a:t>
            </a:r>
            <a:r>
              <a:rPr dirty="0" sz="3350" spc="105">
                <a:solidFill>
                  <a:srgbClr val="010101"/>
                </a:solidFill>
              </a:rPr>
              <a:t>Puts</a:t>
            </a:r>
            <a:r>
              <a:rPr dirty="0" sz="3350" spc="-300">
                <a:solidFill>
                  <a:srgbClr val="010101"/>
                </a:solidFill>
              </a:rPr>
              <a:t> </a:t>
            </a:r>
            <a:r>
              <a:rPr dirty="0" sz="3350">
                <a:solidFill>
                  <a:srgbClr val="010101"/>
                </a:solidFill>
              </a:rPr>
              <a:t>Business</a:t>
            </a:r>
            <a:r>
              <a:rPr dirty="0" sz="3350" spc="-45">
                <a:solidFill>
                  <a:srgbClr val="010101"/>
                </a:solidFill>
              </a:rPr>
              <a:t> </a:t>
            </a:r>
            <a:r>
              <a:rPr dirty="0" sz="3350">
                <a:solidFill>
                  <a:srgbClr val="010101"/>
                </a:solidFill>
              </a:rPr>
              <a:t>Logic</a:t>
            </a:r>
            <a:r>
              <a:rPr dirty="0" sz="3350" spc="-190">
                <a:solidFill>
                  <a:srgbClr val="010101"/>
                </a:solidFill>
              </a:rPr>
              <a:t> </a:t>
            </a:r>
            <a:r>
              <a:rPr dirty="0" sz="3350" spc="145">
                <a:solidFill>
                  <a:srgbClr val="010101"/>
                </a:solidFill>
              </a:rPr>
              <a:t>in</a:t>
            </a:r>
            <a:r>
              <a:rPr dirty="0" sz="3350" spc="-280">
                <a:solidFill>
                  <a:srgbClr val="010101"/>
                </a:solidFill>
              </a:rPr>
              <a:t> </a:t>
            </a:r>
            <a:r>
              <a:rPr dirty="0" sz="3350" spc="160">
                <a:solidFill>
                  <a:srgbClr val="010101"/>
                </a:solidFill>
              </a:rPr>
              <a:t>the</a:t>
            </a:r>
            <a:r>
              <a:rPr dirty="0" sz="3350" spc="-220">
                <a:solidFill>
                  <a:srgbClr val="010101"/>
                </a:solidFill>
              </a:rPr>
              <a:t> </a:t>
            </a:r>
            <a:r>
              <a:rPr dirty="0" sz="3350" spc="95">
                <a:solidFill>
                  <a:srgbClr val="010101"/>
                </a:solidFill>
              </a:rPr>
              <a:t>Hands</a:t>
            </a:r>
            <a:r>
              <a:rPr dirty="0" sz="3350" spc="-135">
                <a:solidFill>
                  <a:srgbClr val="010101"/>
                </a:solidFill>
              </a:rPr>
              <a:t> </a:t>
            </a:r>
            <a:r>
              <a:rPr dirty="0" sz="3350" spc="110">
                <a:solidFill>
                  <a:srgbClr val="010101"/>
                </a:solidFill>
              </a:rPr>
              <a:t>of</a:t>
            </a:r>
            <a:r>
              <a:rPr dirty="0" sz="3350" spc="-85">
                <a:solidFill>
                  <a:srgbClr val="010101"/>
                </a:solidFill>
              </a:rPr>
              <a:t> </a:t>
            </a:r>
            <a:r>
              <a:rPr dirty="0" sz="3350" spc="75">
                <a:solidFill>
                  <a:srgbClr val="010101"/>
                </a:solidFill>
              </a:rPr>
              <a:t>Users</a:t>
            </a:r>
            <a:endParaRPr sz="3350"/>
          </a:p>
        </p:txBody>
      </p:sp>
      <p:sp>
        <p:nvSpPr>
          <p:cNvPr id="13" name="object 1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00"/>
              </a:lnSpc>
            </a:pPr>
            <a:r>
              <a:rPr dirty="0" sz="1300" spc="-20"/>
              <a:t>Isl\</a:t>
            </a:r>
            <a:r>
              <a:rPr dirty="0" sz="1300" spc="-45"/>
              <a:t> </a:t>
            </a:r>
            <a:r>
              <a:rPr dirty="0" spc="-10">
                <a:solidFill>
                  <a:srgbClr val="151311"/>
                </a:solidFill>
              </a:rPr>
              <a:t>N</a:t>
            </a:r>
            <a:r>
              <a:rPr dirty="0" spc="-10"/>
              <a:t>otebookL</a:t>
            </a:r>
            <a:r>
              <a:rPr dirty="0" spc="-10">
                <a:solidFill>
                  <a:srgbClr val="151311"/>
                </a:solidFill>
              </a:rPr>
              <a:t>M</a:t>
            </a:r>
            <a:endParaRPr sz="1300"/>
          </a:p>
        </p:txBody>
      </p:sp>
      <p:sp>
        <p:nvSpPr>
          <p:cNvPr id="4" name="object 4"/>
          <p:cNvSpPr txBox="1"/>
          <p:nvPr/>
        </p:nvSpPr>
        <p:spPr>
          <a:xfrm>
            <a:off x="758112" y="1621631"/>
            <a:ext cx="15310485" cy="1044575"/>
          </a:xfrm>
          <a:prstGeom prst="rect">
            <a:avLst/>
          </a:prstGeom>
        </p:spPr>
        <p:txBody>
          <a:bodyPr wrap="square" lIns="0" tIns="48260" rIns="0" bIns="0" rtlCol="0" vert="horz">
            <a:spAutoFit/>
          </a:bodyPr>
          <a:lstStyle/>
          <a:p>
            <a:pPr marL="13335" marR="5080" indent="-1270">
              <a:lnSpc>
                <a:spcPts val="3920"/>
              </a:lnSpc>
              <a:spcBef>
                <a:spcPts val="380"/>
              </a:spcBef>
            </a:pPr>
            <a:r>
              <a:rPr dirty="0" sz="3400" spc="-170" b="1">
                <a:solidFill>
                  <a:srgbClr val="010101"/>
                </a:solidFill>
                <a:latin typeface="Arial"/>
                <a:cs typeface="Arial"/>
              </a:rPr>
              <a:t>Business</a:t>
            </a:r>
            <a:r>
              <a:rPr dirty="0" sz="3400" spc="-70" b="1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dirty="0" sz="3400" spc="-120" b="1">
                <a:solidFill>
                  <a:srgbClr val="010101"/>
                </a:solidFill>
                <a:latin typeface="Arial"/>
                <a:cs typeface="Arial"/>
              </a:rPr>
              <a:t>logic</a:t>
            </a:r>
            <a:r>
              <a:rPr dirty="0" sz="3400" spc="-220" b="1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dirty="0" sz="3400" b="1">
                <a:solidFill>
                  <a:srgbClr val="010101"/>
                </a:solidFill>
                <a:latin typeface="Arial"/>
                <a:cs typeface="Arial"/>
              </a:rPr>
              <a:t>is</a:t>
            </a:r>
            <a:r>
              <a:rPr dirty="0" sz="3400" spc="-375" b="1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dirty="0" sz="3400" spc="-60" b="1">
                <a:solidFill>
                  <a:srgbClr val="010101"/>
                </a:solidFill>
                <a:latin typeface="Arial"/>
                <a:cs typeface="Arial"/>
              </a:rPr>
              <a:t>externalized</a:t>
            </a:r>
            <a:r>
              <a:rPr dirty="0" sz="3400" spc="-30" b="1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dirty="0" sz="3400" spc="-60" b="1">
                <a:solidFill>
                  <a:srgbClr val="010101"/>
                </a:solidFill>
                <a:latin typeface="Arial"/>
                <a:cs typeface="Arial"/>
              </a:rPr>
              <a:t>into</a:t>
            </a:r>
            <a:r>
              <a:rPr dirty="0" sz="3400" spc="-215" b="1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dirty="0" sz="3400" spc="-120" b="1">
                <a:solidFill>
                  <a:srgbClr val="010101"/>
                </a:solidFill>
                <a:latin typeface="Arial"/>
                <a:cs typeface="Arial"/>
              </a:rPr>
              <a:t>simple</a:t>
            </a:r>
            <a:r>
              <a:rPr dirty="0" sz="3400" spc="-229" b="1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dirty="0" sz="3400" spc="-90" b="1">
                <a:solidFill>
                  <a:srgbClr val="010101"/>
                </a:solidFill>
                <a:latin typeface="Arial"/>
                <a:cs typeface="Arial"/>
              </a:rPr>
              <a:t>configuration</a:t>
            </a:r>
            <a:r>
              <a:rPr dirty="0" sz="3400" spc="60" b="1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dirty="0" sz="3400" spc="-50" b="1">
                <a:solidFill>
                  <a:srgbClr val="010101"/>
                </a:solidFill>
                <a:latin typeface="Arial"/>
                <a:cs typeface="Arial"/>
              </a:rPr>
              <a:t>files.</a:t>
            </a:r>
            <a:r>
              <a:rPr dirty="0" sz="3400" spc="-254" b="1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dirty="0" sz="3400" spc="-140" b="1">
                <a:solidFill>
                  <a:srgbClr val="010101"/>
                </a:solidFill>
                <a:latin typeface="Arial"/>
                <a:cs typeface="Arial"/>
              </a:rPr>
              <a:t>Engineers</a:t>
            </a:r>
            <a:r>
              <a:rPr dirty="0" sz="3400" spc="-120" b="1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dirty="0" sz="3400" spc="-10" b="1">
                <a:solidFill>
                  <a:srgbClr val="010101"/>
                </a:solidFill>
                <a:latin typeface="Arial"/>
                <a:cs typeface="Arial"/>
              </a:rPr>
              <a:t>update </a:t>
            </a:r>
            <a:r>
              <a:rPr dirty="0" sz="3400" spc="-85" b="1">
                <a:solidFill>
                  <a:srgbClr val="010101"/>
                </a:solidFill>
                <a:latin typeface="Arial"/>
                <a:cs typeface="Arial"/>
              </a:rPr>
              <a:t>config,</a:t>
            </a:r>
            <a:r>
              <a:rPr dirty="0" sz="3400" spc="-120" b="1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dirty="0" sz="3400" spc="-75" b="1">
                <a:solidFill>
                  <a:srgbClr val="010101"/>
                </a:solidFill>
                <a:latin typeface="Arial"/>
                <a:cs typeface="Arial"/>
              </a:rPr>
              <a:t>not</a:t>
            </a:r>
            <a:r>
              <a:rPr dirty="0" sz="3400" spc="-225" b="1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dirty="0" sz="3400" spc="-80" b="1">
                <a:solidFill>
                  <a:srgbClr val="010101"/>
                </a:solidFill>
                <a:latin typeface="Arial"/>
                <a:cs typeface="Arial"/>
              </a:rPr>
              <a:t>code;</a:t>
            </a:r>
            <a:r>
              <a:rPr dirty="0" sz="3400" spc="-260" b="1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dirty="0" sz="3400" b="1">
                <a:solidFill>
                  <a:srgbClr val="010101"/>
                </a:solidFill>
                <a:latin typeface="Arial"/>
                <a:cs typeface="Arial"/>
              </a:rPr>
              <a:t>the</a:t>
            </a:r>
            <a:r>
              <a:rPr dirty="0" sz="3400" spc="-220" b="1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dirty="0" sz="3400" spc="-85" b="1">
                <a:solidFill>
                  <a:srgbClr val="010101"/>
                </a:solidFill>
                <a:latin typeface="Arial"/>
                <a:cs typeface="Arial"/>
              </a:rPr>
              <a:t>agents</a:t>
            </a:r>
            <a:r>
              <a:rPr dirty="0" sz="3400" spc="-165" b="1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dirty="0" sz="3400" spc="-80" b="1">
                <a:solidFill>
                  <a:srgbClr val="010101"/>
                </a:solidFill>
                <a:latin typeface="Arial"/>
                <a:cs typeface="Arial"/>
              </a:rPr>
              <a:t>and</a:t>
            </a:r>
            <a:r>
              <a:rPr dirty="0" sz="3400" spc="-135" b="1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dirty="0" sz="3400" spc="-100" b="1">
                <a:solidFill>
                  <a:srgbClr val="010101"/>
                </a:solidFill>
                <a:latin typeface="Arial"/>
                <a:cs typeface="Arial"/>
              </a:rPr>
              <a:t>workflow</a:t>
            </a:r>
            <a:r>
              <a:rPr dirty="0" sz="3400" spc="10" b="1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dirty="0" sz="3400" spc="-100" b="1">
                <a:solidFill>
                  <a:srgbClr val="010101"/>
                </a:solidFill>
                <a:latin typeface="Arial"/>
                <a:cs typeface="Arial"/>
              </a:rPr>
              <a:t>remain</a:t>
            </a:r>
            <a:r>
              <a:rPr dirty="0" sz="3400" spc="-135" b="1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dirty="0" sz="3400" spc="-10" b="1">
                <a:solidFill>
                  <a:srgbClr val="010101"/>
                </a:solidFill>
                <a:latin typeface="Arial"/>
                <a:cs typeface="Arial"/>
              </a:rPr>
              <a:t>unchanged.</a:t>
            </a:r>
            <a:endParaRPr sz="3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81739" y="3096121"/>
            <a:ext cx="4488180" cy="46228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2850" spc="130" b="1">
                <a:solidFill>
                  <a:srgbClr val="010101"/>
                </a:solidFill>
                <a:latin typeface="Arial"/>
                <a:cs typeface="Arial"/>
              </a:rPr>
              <a:t>The</a:t>
            </a:r>
            <a:r>
              <a:rPr dirty="0" sz="2850" spc="-220" b="1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dirty="0" sz="2850" spc="50" b="1">
                <a:solidFill>
                  <a:srgbClr val="010101"/>
                </a:solidFill>
                <a:latin typeface="Arial"/>
                <a:cs typeface="Arial"/>
              </a:rPr>
              <a:t>Configuration</a:t>
            </a:r>
            <a:r>
              <a:rPr dirty="0" sz="2850" spc="-40" b="1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dirty="0" sz="2850" spc="-10" b="1">
                <a:solidFill>
                  <a:srgbClr val="010101"/>
                </a:solidFill>
                <a:latin typeface="Arial"/>
                <a:cs typeface="Arial"/>
              </a:rPr>
              <a:t>Folder</a:t>
            </a:r>
            <a:endParaRPr sz="285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564620" y="3823791"/>
            <a:ext cx="3143250" cy="1078865"/>
          </a:xfrm>
          <a:prstGeom prst="rect">
            <a:avLst/>
          </a:prstGeom>
        </p:spPr>
        <p:txBody>
          <a:bodyPr wrap="square" lIns="0" tIns="46355" rIns="0" bIns="0" rtlCol="0" vert="horz">
            <a:spAutoFit/>
          </a:bodyPr>
          <a:lstStyle/>
          <a:p>
            <a:pPr marL="267970" indent="-255270">
              <a:lnSpc>
                <a:spcPct val="100000"/>
              </a:lnSpc>
              <a:spcBef>
                <a:spcPts val="365"/>
              </a:spcBef>
              <a:buClr>
                <a:srgbClr val="262623"/>
              </a:buClr>
              <a:buFont typeface="Arial"/>
              <a:buChar char="•"/>
              <a:tabLst>
                <a:tab pos="267970" algn="l"/>
              </a:tabLst>
            </a:pPr>
            <a:r>
              <a:rPr dirty="0" sz="2500" spc="-10" b="1">
                <a:solidFill>
                  <a:srgbClr val="131111"/>
                </a:solidFill>
                <a:latin typeface="Arial"/>
                <a:cs typeface="Arial"/>
              </a:rPr>
              <a:t>config.json</a:t>
            </a:r>
            <a:r>
              <a:rPr dirty="0" sz="2500" spc="-10">
                <a:solidFill>
                  <a:srgbClr val="262623"/>
                </a:solidFill>
                <a:latin typeface="Arial"/>
                <a:cs typeface="Arial"/>
              </a:rPr>
              <a:t>•</a:t>
            </a:r>
            <a:endParaRPr sz="2500">
              <a:latin typeface="Arial"/>
              <a:cs typeface="Arial"/>
            </a:endParaRPr>
          </a:p>
          <a:p>
            <a:pPr marL="175895" marR="5080" indent="9525">
              <a:lnSpc>
                <a:spcPct val="100499"/>
              </a:lnSpc>
              <a:spcBef>
                <a:spcPts val="200"/>
              </a:spcBef>
            </a:pPr>
            <a:r>
              <a:rPr dirty="0" sz="2000">
                <a:solidFill>
                  <a:srgbClr val="262623"/>
                </a:solidFill>
                <a:latin typeface="Arial"/>
                <a:cs typeface="Arial"/>
              </a:rPr>
              <a:t>Defines</a:t>
            </a:r>
            <a:r>
              <a:rPr dirty="0" sz="2000" spc="145">
                <a:solidFill>
                  <a:srgbClr val="262623"/>
                </a:solidFill>
                <a:latin typeface="Arial"/>
                <a:cs typeface="Arial"/>
              </a:rPr>
              <a:t> </a:t>
            </a:r>
            <a:r>
              <a:rPr dirty="0" sz="2000" spc="50">
                <a:solidFill>
                  <a:srgbClr val="262623"/>
                </a:solidFill>
                <a:latin typeface="Arial"/>
                <a:cs typeface="Arial"/>
              </a:rPr>
              <a:t>document</a:t>
            </a:r>
            <a:r>
              <a:rPr dirty="0" sz="2000" spc="175">
                <a:solidFill>
                  <a:srgbClr val="262623"/>
                </a:solidFill>
                <a:latin typeface="Arial"/>
                <a:cs typeface="Arial"/>
              </a:rPr>
              <a:t> </a:t>
            </a:r>
            <a:r>
              <a:rPr dirty="0" sz="2000" spc="45">
                <a:solidFill>
                  <a:srgbClr val="262623"/>
                </a:solidFill>
                <a:latin typeface="Arial"/>
                <a:cs typeface="Arial"/>
              </a:rPr>
              <a:t>types, </a:t>
            </a:r>
            <a:r>
              <a:rPr dirty="0" sz="2000" spc="60">
                <a:solidFill>
                  <a:srgbClr val="262623"/>
                </a:solidFill>
                <a:latin typeface="Arial"/>
                <a:cs typeface="Arial"/>
              </a:rPr>
              <a:t>routing,</a:t>
            </a:r>
            <a:r>
              <a:rPr dirty="0" sz="2000" spc="-75">
                <a:solidFill>
                  <a:srgbClr val="262623"/>
                </a:solidFill>
                <a:latin typeface="Arial"/>
                <a:cs typeface="Arial"/>
              </a:rPr>
              <a:t> </a:t>
            </a:r>
            <a:r>
              <a:rPr dirty="0" sz="2000" spc="70">
                <a:solidFill>
                  <a:srgbClr val="262623"/>
                </a:solidFill>
                <a:latin typeface="Arial"/>
                <a:cs typeface="Arial"/>
              </a:rPr>
              <a:t>and</a:t>
            </a:r>
            <a:r>
              <a:rPr dirty="0" sz="2000" spc="-100">
                <a:solidFill>
                  <a:srgbClr val="262623"/>
                </a:solidFill>
                <a:latin typeface="Arial"/>
                <a:cs typeface="Arial"/>
              </a:rPr>
              <a:t> </a:t>
            </a:r>
            <a:r>
              <a:rPr dirty="0" sz="2000" spc="50">
                <a:solidFill>
                  <a:srgbClr val="262623"/>
                </a:solidFill>
                <a:latin typeface="Arial"/>
                <a:cs typeface="Arial"/>
              </a:rPr>
              <a:t>settings.</a:t>
            </a:r>
            <a:endParaRPr sz="20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636230" y="5148277"/>
            <a:ext cx="3542029" cy="1107440"/>
          </a:xfrm>
          <a:prstGeom prst="rect">
            <a:avLst/>
          </a:prstGeom>
        </p:spPr>
        <p:txBody>
          <a:bodyPr wrap="square" lIns="0" tIns="6222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89"/>
              </a:spcBef>
            </a:pPr>
            <a:r>
              <a:rPr dirty="0" sz="2500" spc="45" b="1">
                <a:solidFill>
                  <a:srgbClr val="262623"/>
                </a:solidFill>
                <a:latin typeface="Arial"/>
                <a:cs typeface="Arial"/>
              </a:rPr>
              <a:t>'</a:t>
            </a:r>
            <a:r>
              <a:rPr dirty="0" sz="2500" spc="45" b="1">
                <a:solidFill>
                  <a:srgbClr val="010101"/>
                </a:solidFill>
                <a:latin typeface="Arial"/>
                <a:cs typeface="Arial"/>
              </a:rPr>
              <a:t>prompts/*</a:t>
            </a:r>
            <a:r>
              <a:rPr dirty="0" sz="2500" spc="45" b="1">
                <a:solidFill>
                  <a:srgbClr val="131111"/>
                </a:solidFill>
                <a:latin typeface="Arial"/>
                <a:cs typeface="Arial"/>
              </a:rPr>
              <a:t>.txt'</a:t>
            </a:r>
            <a:endParaRPr sz="2500">
              <a:latin typeface="Arial"/>
              <a:cs typeface="Arial"/>
            </a:endParaRPr>
          </a:p>
          <a:p>
            <a:pPr marL="110489" marR="5080" indent="3175">
              <a:lnSpc>
                <a:spcPct val="100499"/>
              </a:lnSpc>
              <a:spcBef>
                <a:spcPts val="300"/>
              </a:spcBef>
            </a:pPr>
            <a:r>
              <a:rPr dirty="0" sz="2000">
                <a:solidFill>
                  <a:srgbClr val="262623"/>
                </a:solidFill>
                <a:latin typeface="Arial"/>
                <a:cs typeface="Arial"/>
              </a:rPr>
              <a:t>Provides</a:t>
            </a:r>
            <a:r>
              <a:rPr dirty="0" sz="2000" spc="10">
                <a:solidFill>
                  <a:srgbClr val="262623"/>
                </a:solidFill>
                <a:latin typeface="Arial"/>
                <a:cs typeface="Arial"/>
              </a:rPr>
              <a:t> </a:t>
            </a:r>
            <a:r>
              <a:rPr dirty="0" sz="2000" spc="50">
                <a:solidFill>
                  <a:srgbClr val="262623"/>
                </a:solidFill>
                <a:latin typeface="Arial"/>
                <a:cs typeface="Arial"/>
              </a:rPr>
              <a:t>LLM</a:t>
            </a:r>
            <a:r>
              <a:rPr dirty="0" sz="2000" spc="-15">
                <a:solidFill>
                  <a:srgbClr val="262623"/>
                </a:solidFill>
                <a:latin typeface="Arial"/>
                <a:cs typeface="Arial"/>
              </a:rPr>
              <a:t> </a:t>
            </a:r>
            <a:r>
              <a:rPr dirty="0" sz="2000" spc="50">
                <a:solidFill>
                  <a:srgbClr val="262623"/>
                </a:solidFill>
                <a:latin typeface="Arial"/>
                <a:cs typeface="Arial"/>
              </a:rPr>
              <a:t>instructions</a:t>
            </a:r>
            <a:r>
              <a:rPr dirty="0" sz="2000" spc="130">
                <a:solidFill>
                  <a:srgbClr val="262623"/>
                </a:solidFill>
                <a:latin typeface="Arial"/>
                <a:cs typeface="Arial"/>
              </a:rPr>
              <a:t> </a:t>
            </a:r>
            <a:r>
              <a:rPr dirty="0" sz="2000" spc="-25">
                <a:solidFill>
                  <a:srgbClr val="262623"/>
                </a:solidFill>
                <a:latin typeface="Arial"/>
                <a:cs typeface="Arial"/>
              </a:rPr>
              <a:t>for </a:t>
            </a:r>
            <a:r>
              <a:rPr dirty="0" sz="2000" spc="50">
                <a:solidFill>
                  <a:srgbClr val="262623"/>
                </a:solidFill>
                <a:latin typeface="Arial"/>
                <a:cs typeface="Arial"/>
              </a:rPr>
              <a:t>class</a:t>
            </a:r>
            <a:r>
              <a:rPr dirty="0" sz="2000" spc="50">
                <a:solidFill>
                  <a:srgbClr val="41413F"/>
                </a:solidFill>
                <a:latin typeface="Arial"/>
                <a:cs typeface="Arial"/>
              </a:rPr>
              <a:t>i</a:t>
            </a:r>
            <a:r>
              <a:rPr dirty="0" sz="2000" spc="50">
                <a:solidFill>
                  <a:srgbClr val="262623"/>
                </a:solidFill>
                <a:latin typeface="Arial"/>
                <a:cs typeface="Arial"/>
              </a:rPr>
              <a:t>fication</a:t>
            </a:r>
            <a:r>
              <a:rPr dirty="0" sz="2000" spc="-75">
                <a:solidFill>
                  <a:srgbClr val="262623"/>
                </a:solidFill>
                <a:latin typeface="Arial"/>
                <a:cs typeface="Arial"/>
              </a:rPr>
              <a:t> </a:t>
            </a:r>
            <a:r>
              <a:rPr dirty="0" sz="2000" spc="70">
                <a:solidFill>
                  <a:srgbClr val="262623"/>
                </a:solidFill>
                <a:latin typeface="Arial"/>
                <a:cs typeface="Arial"/>
              </a:rPr>
              <a:t>and</a:t>
            </a:r>
            <a:r>
              <a:rPr dirty="0" sz="2000" spc="-90">
                <a:solidFill>
                  <a:srgbClr val="262623"/>
                </a:solidFill>
                <a:latin typeface="Arial"/>
                <a:cs typeface="Arial"/>
              </a:rPr>
              <a:t> </a:t>
            </a:r>
            <a:r>
              <a:rPr dirty="0" sz="2000" spc="40">
                <a:solidFill>
                  <a:srgbClr val="262623"/>
                </a:solidFill>
                <a:latin typeface="Arial"/>
                <a:cs typeface="Arial"/>
              </a:rPr>
              <a:t>extraction.</a:t>
            </a:r>
            <a:endParaRPr sz="20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564620" y="6517447"/>
            <a:ext cx="3432810" cy="1078865"/>
          </a:xfrm>
          <a:prstGeom prst="rect">
            <a:avLst/>
          </a:prstGeom>
        </p:spPr>
        <p:txBody>
          <a:bodyPr wrap="square" lIns="0" tIns="31750" rIns="0" bIns="0" rtlCol="0" vert="horz">
            <a:spAutoFit/>
          </a:bodyPr>
          <a:lstStyle/>
          <a:p>
            <a:pPr marL="183515" marR="5080" indent="-171450">
              <a:lnSpc>
                <a:spcPct val="103800"/>
              </a:lnSpc>
              <a:spcBef>
                <a:spcPts val="250"/>
              </a:spcBef>
              <a:buChar char="•"/>
              <a:tabLst>
                <a:tab pos="183515" algn="l"/>
                <a:tab pos="273685" algn="l"/>
              </a:tabLst>
            </a:pPr>
            <a:r>
              <a:rPr dirty="0" sz="2500">
                <a:solidFill>
                  <a:srgbClr val="262623"/>
                </a:solidFill>
                <a:latin typeface="Arial"/>
                <a:cs typeface="Arial"/>
              </a:rPr>
              <a:t>	</a:t>
            </a:r>
            <a:r>
              <a:rPr dirty="0" sz="2500" spc="-10" b="1">
                <a:solidFill>
                  <a:srgbClr val="010101"/>
                </a:solidFill>
                <a:latin typeface="Arial"/>
                <a:cs typeface="Arial"/>
              </a:rPr>
              <a:t>schemas/*</a:t>
            </a:r>
            <a:r>
              <a:rPr dirty="0" sz="2500" spc="-10" b="1">
                <a:solidFill>
                  <a:srgbClr val="262623"/>
                </a:solidFill>
                <a:latin typeface="Arial"/>
                <a:cs typeface="Arial"/>
              </a:rPr>
              <a:t>.</a:t>
            </a:r>
            <a:r>
              <a:rPr dirty="0" sz="2500" spc="-10" b="1">
                <a:solidFill>
                  <a:srgbClr val="010101"/>
                </a:solidFill>
                <a:latin typeface="Arial"/>
                <a:cs typeface="Arial"/>
              </a:rPr>
              <a:t>json</a:t>
            </a:r>
            <a:r>
              <a:rPr dirty="0" sz="2500" spc="-10" b="1">
                <a:solidFill>
                  <a:srgbClr val="262623"/>
                </a:solidFill>
                <a:latin typeface="Arial"/>
                <a:cs typeface="Arial"/>
              </a:rPr>
              <a:t>' </a:t>
            </a:r>
            <a:r>
              <a:rPr dirty="0" sz="2000">
                <a:solidFill>
                  <a:srgbClr val="262623"/>
                </a:solidFill>
                <a:latin typeface="Arial"/>
                <a:cs typeface="Arial"/>
              </a:rPr>
              <a:t>Defines</a:t>
            </a:r>
            <a:r>
              <a:rPr dirty="0" sz="2000" spc="65">
                <a:solidFill>
                  <a:srgbClr val="262623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262623"/>
                </a:solidFill>
                <a:latin typeface="Arial"/>
                <a:cs typeface="Arial"/>
              </a:rPr>
              <a:t>the</a:t>
            </a:r>
            <a:r>
              <a:rPr dirty="0" sz="2000" spc="270">
                <a:solidFill>
                  <a:srgbClr val="262623"/>
                </a:solidFill>
                <a:latin typeface="Arial"/>
                <a:cs typeface="Arial"/>
              </a:rPr>
              <a:t> </a:t>
            </a:r>
            <a:r>
              <a:rPr dirty="0" sz="2000" spc="55">
                <a:solidFill>
                  <a:srgbClr val="262623"/>
                </a:solidFill>
                <a:latin typeface="Arial"/>
                <a:cs typeface="Arial"/>
              </a:rPr>
              <a:t>structured</a:t>
            </a:r>
            <a:r>
              <a:rPr dirty="0" sz="2000" spc="120">
                <a:solidFill>
                  <a:srgbClr val="262623"/>
                </a:solidFill>
                <a:latin typeface="Arial"/>
                <a:cs typeface="Arial"/>
              </a:rPr>
              <a:t> </a:t>
            </a:r>
            <a:r>
              <a:rPr dirty="0" sz="2000" spc="50">
                <a:solidFill>
                  <a:srgbClr val="262623"/>
                </a:solidFill>
                <a:latin typeface="Arial"/>
                <a:cs typeface="Arial"/>
              </a:rPr>
              <a:t>data </a:t>
            </a:r>
            <a:r>
              <a:rPr dirty="0" sz="2000" spc="80">
                <a:solidFill>
                  <a:srgbClr val="262623"/>
                </a:solidFill>
                <a:latin typeface="Arial"/>
                <a:cs typeface="Arial"/>
              </a:rPr>
              <a:t>outputs</a:t>
            </a:r>
            <a:r>
              <a:rPr dirty="0" sz="2000" spc="-65">
                <a:solidFill>
                  <a:srgbClr val="262623"/>
                </a:solidFill>
                <a:latin typeface="Arial"/>
                <a:cs typeface="Arial"/>
              </a:rPr>
              <a:t> </a:t>
            </a:r>
            <a:r>
              <a:rPr dirty="0" sz="2000" spc="70">
                <a:solidFill>
                  <a:srgbClr val="262623"/>
                </a:solidFill>
                <a:latin typeface="Arial"/>
                <a:cs typeface="Arial"/>
              </a:rPr>
              <a:t>to</a:t>
            </a:r>
            <a:r>
              <a:rPr dirty="0" sz="2000" spc="40">
                <a:solidFill>
                  <a:srgbClr val="262623"/>
                </a:solidFill>
                <a:latin typeface="Arial"/>
                <a:cs typeface="Arial"/>
              </a:rPr>
              <a:t> </a:t>
            </a:r>
            <a:r>
              <a:rPr dirty="0" sz="2000" spc="75">
                <a:solidFill>
                  <a:srgbClr val="262623"/>
                </a:solidFill>
                <a:latin typeface="Arial"/>
                <a:cs typeface="Arial"/>
              </a:rPr>
              <a:t>be</a:t>
            </a:r>
            <a:r>
              <a:rPr dirty="0" sz="2000" spc="-70">
                <a:solidFill>
                  <a:srgbClr val="262623"/>
                </a:solidFill>
                <a:latin typeface="Arial"/>
                <a:cs typeface="Arial"/>
              </a:rPr>
              <a:t> </a:t>
            </a:r>
            <a:r>
              <a:rPr dirty="0" sz="2000" spc="45">
                <a:solidFill>
                  <a:srgbClr val="262623"/>
                </a:solidFill>
                <a:latin typeface="Arial"/>
                <a:cs typeface="Arial"/>
              </a:rPr>
              <a:t>extracted.</a:t>
            </a:r>
            <a:endParaRPr sz="20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730058" y="7841935"/>
            <a:ext cx="3519804" cy="1094740"/>
          </a:xfrm>
          <a:prstGeom prst="rect">
            <a:avLst/>
          </a:prstGeom>
        </p:spPr>
        <p:txBody>
          <a:bodyPr wrap="square" lIns="0" tIns="6222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89"/>
              </a:spcBef>
            </a:pPr>
            <a:r>
              <a:rPr dirty="0" sz="2500" spc="50" b="1">
                <a:solidFill>
                  <a:srgbClr val="131111"/>
                </a:solidFill>
                <a:latin typeface="Arial"/>
                <a:cs typeface="Arial"/>
              </a:rPr>
              <a:t>'rules/</a:t>
            </a:r>
            <a:r>
              <a:rPr dirty="0" sz="2500" spc="90" b="1">
                <a:solidFill>
                  <a:srgbClr val="131111"/>
                </a:solidFill>
                <a:latin typeface="Arial"/>
                <a:cs typeface="Arial"/>
              </a:rPr>
              <a:t>*</a:t>
            </a:r>
            <a:r>
              <a:rPr dirty="0" sz="2500" spc="45" b="1">
                <a:solidFill>
                  <a:srgbClr val="131111"/>
                </a:solidFill>
                <a:latin typeface="Arial"/>
                <a:cs typeface="Arial"/>
              </a:rPr>
              <a:t>.jso</a:t>
            </a:r>
            <a:r>
              <a:rPr dirty="0" sz="2500" spc="-1395" b="1">
                <a:solidFill>
                  <a:srgbClr val="131111"/>
                </a:solidFill>
                <a:latin typeface="Arial"/>
                <a:cs typeface="Arial"/>
              </a:rPr>
              <a:t>n</a:t>
            </a:r>
            <a:r>
              <a:rPr dirty="0" sz="2500" spc="55">
                <a:solidFill>
                  <a:srgbClr val="131111"/>
                </a:solidFill>
                <a:latin typeface="Arial"/>
                <a:cs typeface="Arial"/>
              </a:rPr>
              <a:t>•</a:t>
            </a:r>
            <a:endParaRPr sz="2500">
              <a:latin typeface="Arial"/>
              <a:cs typeface="Arial"/>
            </a:endParaRPr>
          </a:p>
          <a:p>
            <a:pPr marL="17780" marR="5080" indent="-3175">
              <a:lnSpc>
                <a:spcPts val="2310"/>
              </a:lnSpc>
              <a:spcBef>
                <a:spcPts val="465"/>
              </a:spcBef>
            </a:pPr>
            <a:r>
              <a:rPr dirty="0" sz="2000" spc="50">
                <a:solidFill>
                  <a:srgbClr val="262623"/>
                </a:solidFill>
                <a:latin typeface="Arial"/>
                <a:cs typeface="Arial"/>
              </a:rPr>
              <a:t>Sets</a:t>
            </a:r>
            <a:r>
              <a:rPr dirty="0" sz="2000" spc="40">
                <a:solidFill>
                  <a:srgbClr val="262623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262623"/>
                </a:solidFill>
                <a:latin typeface="Arial"/>
                <a:cs typeface="Arial"/>
              </a:rPr>
              <a:t>business</a:t>
            </a:r>
            <a:r>
              <a:rPr dirty="0" sz="2000" spc="330">
                <a:solidFill>
                  <a:srgbClr val="262623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262623"/>
                </a:solidFill>
                <a:latin typeface="Arial"/>
                <a:cs typeface="Arial"/>
              </a:rPr>
              <a:t>validation</a:t>
            </a:r>
            <a:r>
              <a:rPr dirty="0" sz="2000" spc="235">
                <a:solidFill>
                  <a:srgbClr val="262623"/>
                </a:solidFill>
                <a:latin typeface="Arial"/>
                <a:cs typeface="Arial"/>
              </a:rPr>
              <a:t> </a:t>
            </a:r>
            <a:r>
              <a:rPr dirty="0" sz="2000" spc="-10">
                <a:solidFill>
                  <a:srgbClr val="262623"/>
                </a:solidFill>
                <a:latin typeface="Arial"/>
                <a:cs typeface="Arial"/>
              </a:rPr>
              <a:t>rules </a:t>
            </a:r>
            <a:r>
              <a:rPr dirty="0" sz="2000" spc="70">
                <a:solidFill>
                  <a:srgbClr val="262623"/>
                </a:solidFill>
                <a:latin typeface="Arial"/>
                <a:cs typeface="Arial"/>
              </a:rPr>
              <a:t>and</a:t>
            </a:r>
            <a:r>
              <a:rPr dirty="0" sz="2000" spc="-114">
                <a:solidFill>
                  <a:srgbClr val="262623"/>
                </a:solidFill>
                <a:latin typeface="Arial"/>
                <a:cs typeface="Arial"/>
              </a:rPr>
              <a:t> </a:t>
            </a:r>
            <a:r>
              <a:rPr dirty="0" sz="2000" spc="45">
                <a:solidFill>
                  <a:srgbClr val="262623"/>
                </a:solidFill>
                <a:latin typeface="Arial"/>
                <a:cs typeface="Arial"/>
              </a:rPr>
              <a:t>qua</a:t>
            </a:r>
            <a:r>
              <a:rPr dirty="0" sz="2000" spc="45">
                <a:solidFill>
                  <a:srgbClr val="41413F"/>
                </a:solidFill>
                <a:latin typeface="Arial"/>
                <a:cs typeface="Arial"/>
              </a:rPr>
              <a:t>l</a:t>
            </a:r>
            <a:r>
              <a:rPr dirty="0" sz="2000" spc="45">
                <a:solidFill>
                  <a:srgbClr val="262623"/>
                </a:solidFill>
                <a:latin typeface="Arial"/>
                <a:cs typeface="Arial"/>
              </a:rPr>
              <a:t>ity</a:t>
            </a:r>
            <a:r>
              <a:rPr dirty="0" sz="2000" spc="25">
                <a:solidFill>
                  <a:srgbClr val="262623"/>
                </a:solidFill>
                <a:latin typeface="Arial"/>
                <a:cs typeface="Arial"/>
              </a:rPr>
              <a:t> </a:t>
            </a:r>
            <a:r>
              <a:rPr dirty="0" sz="2000" spc="45">
                <a:solidFill>
                  <a:srgbClr val="262623"/>
                </a:solidFill>
                <a:latin typeface="Arial"/>
                <a:cs typeface="Arial"/>
              </a:rPr>
              <a:t>gates.</a:t>
            </a:r>
            <a:endParaRPr sz="20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563693" y="3096121"/>
            <a:ext cx="5271135" cy="909319"/>
          </a:xfrm>
          <a:prstGeom prst="rect">
            <a:avLst/>
          </a:prstGeom>
        </p:spPr>
        <p:txBody>
          <a:bodyPr wrap="square" lIns="0" tIns="1905" rIns="0" bIns="0" rtlCol="0" vert="horz">
            <a:spAutoFit/>
          </a:bodyPr>
          <a:lstStyle/>
          <a:p>
            <a:pPr marL="12700" marR="5080" indent="5080">
              <a:lnSpc>
                <a:spcPct val="102899"/>
              </a:lnSpc>
              <a:spcBef>
                <a:spcPts val="15"/>
              </a:spcBef>
            </a:pPr>
            <a:r>
              <a:rPr dirty="0" sz="2850" b="1">
                <a:solidFill>
                  <a:srgbClr val="010101"/>
                </a:solidFill>
                <a:latin typeface="Arial"/>
                <a:cs typeface="Arial"/>
              </a:rPr>
              <a:t>Onboarding</a:t>
            </a:r>
            <a:r>
              <a:rPr dirty="0" sz="2850" spc="210" b="1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dirty="0" sz="2850" b="1">
                <a:solidFill>
                  <a:srgbClr val="010101"/>
                </a:solidFill>
                <a:latin typeface="Arial"/>
                <a:cs typeface="Arial"/>
              </a:rPr>
              <a:t>a</a:t>
            </a:r>
            <a:r>
              <a:rPr dirty="0" sz="2850" spc="-15" b="1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dirty="0" sz="2850" spc="150" b="1">
                <a:solidFill>
                  <a:srgbClr val="010101"/>
                </a:solidFill>
                <a:latin typeface="Arial"/>
                <a:cs typeface="Arial"/>
              </a:rPr>
              <a:t>New</a:t>
            </a:r>
            <a:r>
              <a:rPr dirty="0" sz="2850" spc="-130" b="1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dirty="0" sz="2850" spc="75" b="1">
                <a:solidFill>
                  <a:srgbClr val="010101"/>
                </a:solidFill>
                <a:latin typeface="Arial"/>
                <a:cs typeface="Arial"/>
              </a:rPr>
              <a:t>Document </a:t>
            </a:r>
            <a:r>
              <a:rPr dirty="0" sz="2850" spc="95" b="1">
                <a:solidFill>
                  <a:srgbClr val="010101"/>
                </a:solidFill>
                <a:latin typeface="Arial"/>
                <a:cs typeface="Arial"/>
              </a:rPr>
              <a:t>Type</a:t>
            </a:r>
            <a:r>
              <a:rPr dirty="0" sz="2850" spc="-20" b="1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dirty="0" sz="2850" spc="75" b="1">
                <a:solidFill>
                  <a:srgbClr val="010101"/>
                </a:solidFill>
                <a:latin typeface="Arial"/>
                <a:cs typeface="Arial"/>
              </a:rPr>
              <a:t>(No</a:t>
            </a:r>
            <a:r>
              <a:rPr dirty="0" sz="2850" spc="-155" b="1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dirty="0" sz="2850" spc="65" b="1">
                <a:solidFill>
                  <a:srgbClr val="010101"/>
                </a:solidFill>
                <a:latin typeface="Arial"/>
                <a:cs typeface="Arial"/>
              </a:rPr>
              <a:t>Code</a:t>
            </a:r>
            <a:r>
              <a:rPr dirty="0" sz="2850" spc="-90" b="1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dirty="0" sz="2850" spc="50" b="1">
                <a:solidFill>
                  <a:srgbClr val="010101"/>
                </a:solidFill>
                <a:latin typeface="Arial"/>
                <a:cs typeface="Arial"/>
              </a:rPr>
              <a:t>Changes)</a:t>
            </a:r>
            <a:endParaRPr sz="285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558355" y="4359969"/>
            <a:ext cx="5471795" cy="20516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647065" indent="-634365">
              <a:lnSpc>
                <a:spcPts val="3685"/>
              </a:lnSpc>
              <a:buClr>
                <a:srgbClr val="010101"/>
              </a:buClr>
              <a:buSzPct val="105084"/>
              <a:buFont typeface="Times New Roman"/>
              <a:buAutoNum type="arabicPeriod"/>
              <a:tabLst>
                <a:tab pos="647065" algn="l"/>
              </a:tabLst>
            </a:pPr>
            <a:r>
              <a:rPr dirty="0" sz="2950">
                <a:solidFill>
                  <a:srgbClr val="131111"/>
                </a:solidFill>
                <a:latin typeface="Times New Roman"/>
                <a:cs typeface="Times New Roman"/>
              </a:rPr>
              <a:t>Add</a:t>
            </a:r>
            <a:r>
              <a:rPr dirty="0" sz="2950" spc="-130">
                <a:solidFill>
                  <a:srgbClr val="131111"/>
                </a:solidFill>
                <a:latin typeface="Times New Roman"/>
                <a:cs typeface="Times New Roman"/>
              </a:rPr>
              <a:t> </a:t>
            </a:r>
            <a:r>
              <a:rPr dirty="0" sz="2950">
                <a:solidFill>
                  <a:srgbClr val="131111"/>
                </a:solidFill>
                <a:latin typeface="Times New Roman"/>
                <a:cs typeface="Times New Roman"/>
              </a:rPr>
              <a:t>a</a:t>
            </a:r>
            <a:r>
              <a:rPr dirty="0" sz="2950" spc="155">
                <a:solidFill>
                  <a:srgbClr val="131111"/>
                </a:solidFill>
                <a:latin typeface="Times New Roman"/>
                <a:cs typeface="Times New Roman"/>
              </a:rPr>
              <a:t> </a:t>
            </a:r>
            <a:r>
              <a:rPr dirty="0" sz="2950" spc="110">
                <a:solidFill>
                  <a:srgbClr val="131111"/>
                </a:solidFill>
                <a:latin typeface="Times New Roman"/>
                <a:cs typeface="Times New Roman"/>
              </a:rPr>
              <a:t>new</a:t>
            </a:r>
            <a:r>
              <a:rPr dirty="0" sz="2950" spc="-210">
                <a:solidFill>
                  <a:srgbClr val="131111"/>
                </a:solidFill>
                <a:latin typeface="Times New Roman"/>
                <a:cs typeface="Times New Roman"/>
              </a:rPr>
              <a:t> </a:t>
            </a:r>
            <a:r>
              <a:rPr dirty="0" sz="2950" spc="50">
                <a:solidFill>
                  <a:srgbClr val="131111"/>
                </a:solidFill>
                <a:latin typeface="Times New Roman"/>
                <a:cs typeface="Times New Roman"/>
              </a:rPr>
              <a:t>schemaJSON.</a:t>
            </a:r>
            <a:endParaRPr sz="2950">
              <a:latin typeface="Times New Roman"/>
              <a:cs typeface="Times New Roman"/>
            </a:endParaRPr>
          </a:p>
          <a:p>
            <a:pPr marL="644525" indent="-615315">
              <a:lnSpc>
                <a:spcPct val="100000"/>
              </a:lnSpc>
              <a:spcBef>
                <a:spcPts val="2410"/>
              </a:spcBef>
              <a:buClr>
                <a:srgbClr val="010101"/>
              </a:buClr>
              <a:buSzPct val="105084"/>
              <a:buFont typeface="Times New Roman"/>
              <a:buAutoNum type="arabicPeriod"/>
              <a:tabLst>
                <a:tab pos="644525" algn="l"/>
              </a:tabLst>
            </a:pPr>
            <a:r>
              <a:rPr dirty="0" sz="2950">
                <a:solidFill>
                  <a:srgbClr val="131111"/>
                </a:solidFill>
                <a:latin typeface="Times New Roman"/>
                <a:cs typeface="Times New Roman"/>
              </a:rPr>
              <a:t>Write</a:t>
            </a:r>
            <a:r>
              <a:rPr dirty="0" sz="2950" spc="10">
                <a:solidFill>
                  <a:srgbClr val="131111"/>
                </a:solidFill>
                <a:latin typeface="Times New Roman"/>
                <a:cs typeface="Times New Roman"/>
              </a:rPr>
              <a:t> </a:t>
            </a:r>
            <a:r>
              <a:rPr dirty="0" sz="2950" spc="90">
                <a:solidFill>
                  <a:srgbClr val="131111"/>
                </a:solidFill>
                <a:latin typeface="Times New Roman"/>
                <a:cs typeface="Times New Roman"/>
              </a:rPr>
              <a:t>corresponding</a:t>
            </a:r>
            <a:r>
              <a:rPr dirty="0" sz="2950" spc="229">
                <a:solidFill>
                  <a:srgbClr val="131111"/>
                </a:solidFill>
                <a:latin typeface="Times New Roman"/>
                <a:cs typeface="Times New Roman"/>
              </a:rPr>
              <a:t> </a:t>
            </a:r>
            <a:r>
              <a:rPr dirty="0" sz="2950" spc="90">
                <a:solidFill>
                  <a:srgbClr val="131111"/>
                </a:solidFill>
                <a:latin typeface="Times New Roman"/>
                <a:cs typeface="Times New Roman"/>
              </a:rPr>
              <a:t>prompts.</a:t>
            </a:r>
            <a:endParaRPr sz="2950">
              <a:latin typeface="Times New Roman"/>
              <a:cs typeface="Times New Roman"/>
            </a:endParaRPr>
          </a:p>
          <a:p>
            <a:pPr marL="647065" indent="-614680">
              <a:lnSpc>
                <a:spcPct val="100000"/>
              </a:lnSpc>
              <a:spcBef>
                <a:spcPts val="2515"/>
              </a:spcBef>
              <a:buClr>
                <a:srgbClr val="010101"/>
              </a:buClr>
              <a:buSzPct val="105084"/>
              <a:buFont typeface="Times New Roman"/>
              <a:buAutoNum type="arabicPeriod"/>
              <a:tabLst>
                <a:tab pos="647065" algn="l"/>
              </a:tabLst>
            </a:pPr>
            <a:r>
              <a:rPr dirty="0" sz="2950">
                <a:solidFill>
                  <a:srgbClr val="131111"/>
                </a:solidFill>
                <a:latin typeface="Times New Roman"/>
                <a:cs typeface="Times New Roman"/>
              </a:rPr>
              <a:t>Add</a:t>
            </a:r>
            <a:r>
              <a:rPr dirty="0" sz="2950" spc="30">
                <a:solidFill>
                  <a:srgbClr val="131111"/>
                </a:solidFill>
                <a:latin typeface="Times New Roman"/>
                <a:cs typeface="Times New Roman"/>
              </a:rPr>
              <a:t> </a:t>
            </a:r>
            <a:r>
              <a:rPr dirty="0" sz="2950">
                <a:solidFill>
                  <a:srgbClr val="131111"/>
                </a:solidFill>
                <a:latin typeface="Times New Roman"/>
                <a:cs typeface="Times New Roman"/>
              </a:rPr>
              <a:t>validation</a:t>
            </a:r>
            <a:r>
              <a:rPr dirty="0" sz="2950" spc="415">
                <a:solidFill>
                  <a:srgbClr val="131111"/>
                </a:solidFill>
                <a:latin typeface="Times New Roman"/>
                <a:cs typeface="Times New Roman"/>
              </a:rPr>
              <a:t> </a:t>
            </a:r>
            <a:r>
              <a:rPr dirty="0" sz="2950" spc="85">
                <a:solidFill>
                  <a:srgbClr val="131111"/>
                </a:solidFill>
                <a:latin typeface="Times New Roman"/>
                <a:cs typeface="Times New Roman"/>
              </a:rPr>
              <a:t>rules.</a:t>
            </a:r>
            <a:endParaRPr sz="29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577398" y="6721706"/>
            <a:ext cx="6081395" cy="922019"/>
          </a:xfrm>
          <a:prstGeom prst="rect">
            <a:avLst/>
          </a:prstGeom>
        </p:spPr>
        <p:txBody>
          <a:bodyPr wrap="square" lIns="0" tIns="41910" rIns="0" bIns="0" rtlCol="0" vert="horz">
            <a:spAutoFit/>
          </a:bodyPr>
          <a:lstStyle/>
          <a:p>
            <a:pPr marL="632460" marR="5080" indent="-620395">
              <a:lnSpc>
                <a:spcPts val="3420"/>
              </a:lnSpc>
              <a:spcBef>
                <a:spcPts val="330"/>
              </a:spcBef>
              <a:tabLst>
                <a:tab pos="636905" algn="l"/>
                <a:tab pos="2439035" algn="l"/>
              </a:tabLst>
            </a:pPr>
            <a:r>
              <a:rPr dirty="0" sz="2900" spc="80" b="1">
                <a:solidFill>
                  <a:srgbClr val="010101"/>
                </a:solidFill>
                <a:latin typeface="Arial"/>
                <a:cs typeface="Arial"/>
              </a:rPr>
              <a:t>4.</a:t>
            </a:r>
            <a:r>
              <a:rPr dirty="0" sz="2900" b="1">
                <a:solidFill>
                  <a:srgbClr val="010101"/>
                </a:solidFill>
                <a:latin typeface="Arial"/>
                <a:cs typeface="Arial"/>
              </a:rPr>
              <a:t>		</a:t>
            </a:r>
            <a:r>
              <a:rPr dirty="0" sz="2950">
                <a:solidFill>
                  <a:srgbClr val="131111"/>
                </a:solidFill>
                <a:latin typeface="Times New Roman"/>
                <a:cs typeface="Times New Roman"/>
              </a:rPr>
              <a:t>Deploy</a:t>
            </a:r>
            <a:r>
              <a:rPr dirty="0" sz="2950" spc="-100">
                <a:solidFill>
                  <a:srgbClr val="131111"/>
                </a:solidFill>
                <a:latin typeface="Times New Roman"/>
                <a:cs typeface="Times New Roman"/>
              </a:rPr>
              <a:t> </a:t>
            </a:r>
            <a:r>
              <a:rPr dirty="0" sz="2950" spc="-25">
                <a:solidFill>
                  <a:srgbClr val="131111"/>
                </a:solidFill>
                <a:latin typeface="Times New Roman"/>
                <a:cs typeface="Times New Roman"/>
              </a:rPr>
              <a:t>the</a:t>
            </a:r>
            <a:r>
              <a:rPr dirty="0" sz="2950">
                <a:solidFill>
                  <a:srgbClr val="131111"/>
                </a:solidFill>
                <a:latin typeface="Times New Roman"/>
                <a:cs typeface="Times New Roman"/>
              </a:rPr>
              <a:t>	</a:t>
            </a:r>
            <a:r>
              <a:rPr dirty="0" sz="2950" spc="80">
                <a:solidFill>
                  <a:srgbClr val="010101"/>
                </a:solidFill>
                <a:latin typeface="Times New Roman"/>
                <a:cs typeface="Times New Roman"/>
              </a:rPr>
              <a:t>updated</a:t>
            </a:r>
            <a:r>
              <a:rPr dirty="0" sz="2950" spc="65">
                <a:solidFill>
                  <a:srgbClr val="010101"/>
                </a:solidFill>
                <a:latin typeface="Times New Roman"/>
                <a:cs typeface="Times New Roman"/>
              </a:rPr>
              <a:t> </a:t>
            </a:r>
            <a:r>
              <a:rPr dirty="0" sz="2950" spc="70">
                <a:solidFill>
                  <a:srgbClr val="131111"/>
                </a:solidFill>
                <a:latin typeface="Times New Roman"/>
                <a:cs typeface="Times New Roman"/>
              </a:rPr>
              <a:t>configuration. </a:t>
            </a:r>
            <a:r>
              <a:rPr dirty="0" sz="2950" spc="100">
                <a:solidFill>
                  <a:srgbClr val="131111"/>
                </a:solidFill>
                <a:latin typeface="Times New Roman"/>
                <a:cs typeface="Times New Roman"/>
              </a:rPr>
              <a:t>The</a:t>
            </a:r>
            <a:r>
              <a:rPr dirty="0" sz="2950" spc="5">
                <a:solidFill>
                  <a:srgbClr val="131111"/>
                </a:solidFill>
                <a:latin typeface="Times New Roman"/>
                <a:cs typeface="Times New Roman"/>
              </a:rPr>
              <a:t> </a:t>
            </a:r>
            <a:r>
              <a:rPr dirty="0" sz="3350" spc="-185" i="1">
                <a:solidFill>
                  <a:srgbClr val="131111"/>
                </a:solidFill>
                <a:latin typeface="Times New Roman"/>
                <a:cs typeface="Times New Roman"/>
              </a:rPr>
              <a:t>same</a:t>
            </a:r>
            <a:r>
              <a:rPr dirty="0" sz="3350" spc="-240" i="1">
                <a:solidFill>
                  <a:srgbClr val="131111"/>
                </a:solidFill>
                <a:latin typeface="Times New Roman"/>
                <a:cs typeface="Times New Roman"/>
              </a:rPr>
              <a:t> </a:t>
            </a:r>
            <a:r>
              <a:rPr dirty="0" sz="2950" spc="105">
                <a:solidFill>
                  <a:srgbClr val="131111"/>
                </a:solidFill>
                <a:latin typeface="Times New Roman"/>
                <a:cs typeface="Times New Roman"/>
              </a:rPr>
              <a:t>agents</a:t>
            </a:r>
            <a:r>
              <a:rPr dirty="0" sz="2950" spc="-145">
                <a:solidFill>
                  <a:srgbClr val="131111"/>
                </a:solidFill>
                <a:latin typeface="Times New Roman"/>
                <a:cs typeface="Times New Roman"/>
              </a:rPr>
              <a:t> </a:t>
            </a:r>
            <a:r>
              <a:rPr dirty="0" sz="2950" spc="110">
                <a:solidFill>
                  <a:srgbClr val="131111"/>
                </a:solidFill>
                <a:latin typeface="Times New Roman"/>
                <a:cs typeface="Times New Roman"/>
              </a:rPr>
              <a:t>handle</a:t>
            </a:r>
            <a:r>
              <a:rPr dirty="0" sz="2950" spc="-40">
                <a:solidFill>
                  <a:srgbClr val="131111"/>
                </a:solidFill>
                <a:latin typeface="Times New Roman"/>
                <a:cs typeface="Times New Roman"/>
              </a:rPr>
              <a:t> </a:t>
            </a:r>
            <a:r>
              <a:rPr dirty="0" sz="2950" spc="35">
                <a:solidFill>
                  <a:srgbClr val="131111"/>
                </a:solidFill>
                <a:latin typeface="Times New Roman"/>
                <a:cs typeface="Times New Roman"/>
              </a:rPr>
              <a:t>it.</a:t>
            </a:r>
            <a:endParaRPr sz="29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00"/>
              </a:lnSpc>
            </a:pPr>
            <a:r>
              <a:rPr dirty="0" sz="1300" spc="-20"/>
              <a:t>Isl\</a:t>
            </a:r>
            <a:r>
              <a:rPr dirty="0" sz="1300" spc="-45"/>
              <a:t> </a:t>
            </a:r>
            <a:r>
              <a:rPr dirty="0" spc="-10">
                <a:solidFill>
                  <a:srgbClr val="151311"/>
                </a:solidFill>
              </a:rPr>
              <a:t>N</a:t>
            </a:r>
            <a:r>
              <a:rPr dirty="0" spc="-10"/>
              <a:t>otebookL</a:t>
            </a:r>
            <a:r>
              <a:rPr dirty="0" spc="-10">
                <a:solidFill>
                  <a:srgbClr val="151311"/>
                </a:solidFill>
              </a:rPr>
              <a:t>M</a:t>
            </a:r>
            <a:endParaRPr sz="1300"/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993479" y="2221573"/>
          <a:ext cx="15577185" cy="65709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158740"/>
                <a:gridCol w="5158740"/>
                <a:gridCol w="5158739"/>
              </a:tblGrid>
              <a:tr h="1097280">
                <a:tc>
                  <a:txBody>
                    <a:bodyPr/>
                    <a:lstStyle/>
                    <a:p>
                      <a:pPr marL="318135">
                        <a:lnSpc>
                          <a:spcPts val="3690"/>
                        </a:lnSpc>
                        <a:spcBef>
                          <a:spcPts val="1120"/>
                        </a:spcBef>
                      </a:pPr>
                      <a:r>
                        <a:rPr dirty="0" sz="3100" spc="-10" b="1">
                          <a:solidFill>
                            <a:srgbClr val="010301"/>
                          </a:solidFill>
                          <a:latin typeface="Arial"/>
                          <a:cs typeface="Arial"/>
                        </a:rPr>
                        <a:t>Aspect</a:t>
                      </a:r>
                      <a:endParaRPr sz="3100">
                        <a:latin typeface="Arial"/>
                        <a:cs typeface="Arial"/>
                      </a:endParaRPr>
                    </a:p>
                    <a:p>
                      <a:pPr marL="304165">
                        <a:lnSpc>
                          <a:spcPts val="2670"/>
                        </a:lnSpc>
                      </a:pPr>
                      <a:r>
                        <a:rPr dirty="0" sz="2250">
                          <a:solidFill>
                            <a:srgbClr val="232421"/>
                          </a:solidFill>
                          <a:latin typeface="Arial"/>
                          <a:cs typeface="Arial"/>
                        </a:rPr>
                        <a:t>Inter</a:t>
                      </a:r>
                      <a:r>
                        <a:rPr dirty="0" sz="2250" spc="-20">
                          <a:solidFill>
                            <a:srgbClr val="2324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50" spc="-10">
                          <a:solidFill>
                            <a:srgbClr val="232421"/>
                          </a:solidFill>
                          <a:latin typeface="Arial"/>
                          <a:cs typeface="Arial"/>
                        </a:rPr>
                        <a:t>SemiBold</a:t>
                      </a:r>
                      <a:endParaRPr sz="2250">
                        <a:latin typeface="Arial"/>
                        <a:cs typeface="Arial"/>
                      </a:endParaRPr>
                    </a:p>
                  </a:txBody>
                  <a:tcPr marL="0" marR="0" marB="0" marT="14224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ts val="3690"/>
                        </a:lnSpc>
                        <a:spcBef>
                          <a:spcPts val="1120"/>
                        </a:spcBef>
                      </a:pPr>
                      <a:r>
                        <a:rPr dirty="0" sz="3100" spc="-120" b="1">
                          <a:solidFill>
                            <a:srgbClr val="010301"/>
                          </a:solidFill>
                          <a:latin typeface="Arial"/>
                          <a:cs typeface="Arial"/>
                        </a:rPr>
                        <a:t>Traditional</a:t>
                      </a:r>
                      <a:r>
                        <a:rPr dirty="0" sz="3100" spc="-45" b="1">
                          <a:solidFill>
                            <a:srgbClr val="01030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3100" spc="-25" b="1">
                          <a:solidFill>
                            <a:srgbClr val="010301"/>
                          </a:solidFill>
                          <a:latin typeface="Arial"/>
                          <a:cs typeface="Arial"/>
                        </a:rPr>
                        <a:t>Approach</a:t>
                      </a:r>
                      <a:endParaRPr sz="3100">
                        <a:latin typeface="Arial"/>
                        <a:cs typeface="Arial"/>
                      </a:endParaRPr>
                    </a:p>
                    <a:p>
                      <a:pPr marL="304165">
                        <a:lnSpc>
                          <a:spcPts val="2670"/>
                        </a:lnSpc>
                      </a:pPr>
                      <a:r>
                        <a:rPr dirty="0" sz="2250">
                          <a:solidFill>
                            <a:srgbClr val="232421"/>
                          </a:solidFill>
                          <a:latin typeface="Arial"/>
                          <a:cs typeface="Arial"/>
                        </a:rPr>
                        <a:t>Inter</a:t>
                      </a:r>
                      <a:r>
                        <a:rPr dirty="0" sz="2250" spc="-25">
                          <a:solidFill>
                            <a:srgbClr val="2324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50" spc="-10">
                          <a:solidFill>
                            <a:srgbClr val="232421"/>
                          </a:solidFill>
                          <a:latin typeface="Arial"/>
                          <a:cs typeface="Arial"/>
                        </a:rPr>
                        <a:t>SemiBold</a:t>
                      </a:r>
                      <a:endParaRPr sz="2250">
                        <a:latin typeface="Arial"/>
                        <a:cs typeface="Arial"/>
                      </a:endParaRPr>
                    </a:p>
                  </a:txBody>
                  <a:tcPr marL="0" marR="0" marB="0" marT="14224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39370">
                        <a:lnSpc>
                          <a:spcPts val="3690"/>
                        </a:lnSpc>
                        <a:spcBef>
                          <a:spcPts val="1120"/>
                        </a:spcBef>
                      </a:pPr>
                      <a:r>
                        <a:rPr dirty="0" sz="3100" spc="-155" b="1">
                          <a:solidFill>
                            <a:srgbClr val="010301"/>
                          </a:solidFill>
                          <a:latin typeface="Arial"/>
                          <a:cs typeface="Arial"/>
                        </a:rPr>
                        <a:t>Akka</a:t>
                      </a:r>
                      <a:r>
                        <a:rPr dirty="0" sz="3100" spc="-170" b="1">
                          <a:solidFill>
                            <a:srgbClr val="01030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3100" spc="-114" b="1">
                          <a:solidFill>
                            <a:srgbClr val="010301"/>
                          </a:solidFill>
                          <a:latin typeface="Arial"/>
                          <a:cs typeface="Arial"/>
                        </a:rPr>
                        <a:t>IDP</a:t>
                      </a:r>
                      <a:r>
                        <a:rPr dirty="0" sz="3100" spc="-415" b="1">
                          <a:solidFill>
                            <a:srgbClr val="01030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3100" spc="-10" b="1">
                          <a:solidFill>
                            <a:srgbClr val="010301"/>
                          </a:solidFill>
                          <a:latin typeface="Arial"/>
                          <a:cs typeface="Arial"/>
                        </a:rPr>
                        <a:t>Pattern</a:t>
                      </a:r>
                      <a:endParaRPr sz="3100">
                        <a:latin typeface="Arial"/>
                        <a:cs typeface="Arial"/>
                      </a:endParaRPr>
                    </a:p>
                    <a:p>
                      <a:pPr marL="304165">
                        <a:lnSpc>
                          <a:spcPts val="2670"/>
                        </a:lnSpc>
                      </a:pPr>
                      <a:r>
                        <a:rPr dirty="0" sz="2250">
                          <a:solidFill>
                            <a:srgbClr val="11110F"/>
                          </a:solidFill>
                          <a:latin typeface="Arial"/>
                          <a:cs typeface="Arial"/>
                        </a:rPr>
                        <a:t>Inter</a:t>
                      </a:r>
                      <a:r>
                        <a:rPr dirty="0" sz="2250" spc="15">
                          <a:solidFill>
                            <a:srgbClr val="11110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50" spc="-20">
                          <a:solidFill>
                            <a:srgbClr val="232421"/>
                          </a:solidFill>
                          <a:latin typeface="Arial"/>
                          <a:cs typeface="Arial"/>
                        </a:rPr>
                        <a:t>Bold</a:t>
                      </a:r>
                      <a:endParaRPr sz="2250">
                        <a:latin typeface="Arial"/>
                        <a:cs typeface="Arial"/>
                      </a:endParaRPr>
                    </a:p>
                  </a:txBody>
                  <a:tcPr marL="0" marR="0" marB="0" marT="14224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marL="302260">
                        <a:lnSpc>
                          <a:spcPts val="3690"/>
                        </a:lnSpc>
                        <a:spcBef>
                          <a:spcPts val="1120"/>
                        </a:spcBef>
                      </a:pPr>
                      <a:r>
                        <a:rPr dirty="0" sz="3100" spc="-95" b="1">
                          <a:solidFill>
                            <a:srgbClr val="010301"/>
                          </a:solidFill>
                          <a:latin typeface="Arial"/>
                          <a:cs typeface="Arial"/>
                        </a:rPr>
                        <a:t>New</a:t>
                      </a:r>
                      <a:r>
                        <a:rPr dirty="0" sz="3100" spc="-175" b="1">
                          <a:solidFill>
                            <a:srgbClr val="01030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3100" spc="-140" b="1">
                          <a:solidFill>
                            <a:srgbClr val="010301"/>
                          </a:solidFill>
                          <a:latin typeface="Arial"/>
                          <a:cs typeface="Arial"/>
                        </a:rPr>
                        <a:t>Document</a:t>
                      </a:r>
                      <a:r>
                        <a:rPr dirty="0" sz="3100" spc="-20" b="1">
                          <a:solidFill>
                            <a:srgbClr val="010301"/>
                          </a:solidFill>
                          <a:latin typeface="Arial"/>
                          <a:cs typeface="Arial"/>
                        </a:rPr>
                        <a:t> Type</a:t>
                      </a:r>
                      <a:endParaRPr sz="3100">
                        <a:latin typeface="Arial"/>
                        <a:cs typeface="Arial"/>
                      </a:endParaRPr>
                    </a:p>
                    <a:p>
                      <a:pPr marL="304165">
                        <a:lnSpc>
                          <a:spcPts val="2670"/>
                        </a:lnSpc>
                      </a:pPr>
                      <a:r>
                        <a:rPr dirty="0" sz="2250">
                          <a:solidFill>
                            <a:srgbClr val="232421"/>
                          </a:solidFill>
                          <a:latin typeface="Arial"/>
                          <a:cs typeface="Arial"/>
                        </a:rPr>
                        <a:t>Inter</a:t>
                      </a:r>
                      <a:r>
                        <a:rPr dirty="0" sz="2250" spc="15">
                          <a:solidFill>
                            <a:srgbClr val="2324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50" spc="-20">
                          <a:solidFill>
                            <a:srgbClr val="232421"/>
                          </a:solidFill>
                          <a:latin typeface="Arial"/>
                          <a:cs typeface="Arial"/>
                        </a:rPr>
                        <a:t>Bold</a:t>
                      </a:r>
                      <a:endParaRPr sz="2250">
                        <a:latin typeface="Arial"/>
                        <a:cs typeface="Arial"/>
                      </a:endParaRPr>
                    </a:p>
                  </a:txBody>
                  <a:tcPr marL="0" marR="0" marB="0" marT="14224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33655">
                        <a:lnSpc>
                          <a:spcPts val="3310"/>
                        </a:lnSpc>
                        <a:spcBef>
                          <a:spcPts val="1520"/>
                        </a:spcBef>
                      </a:pPr>
                      <a:r>
                        <a:rPr dirty="0" sz="2800" spc="135">
                          <a:solidFill>
                            <a:srgbClr val="11110F"/>
                          </a:solidFill>
                          <a:latin typeface="Arial"/>
                          <a:cs typeface="Arial"/>
                        </a:rPr>
                        <a:t>Write</a:t>
                      </a:r>
                      <a:r>
                        <a:rPr dirty="0" sz="2800" spc="-195">
                          <a:solidFill>
                            <a:srgbClr val="11110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800" spc="90">
                          <a:solidFill>
                            <a:srgbClr val="11110F"/>
                          </a:solidFill>
                          <a:latin typeface="Arial"/>
                          <a:cs typeface="Arial"/>
                        </a:rPr>
                        <a:t>custom</a:t>
                      </a:r>
                      <a:r>
                        <a:rPr dirty="0" sz="2800" spc="-30">
                          <a:solidFill>
                            <a:srgbClr val="11110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800" spc="35">
                          <a:solidFill>
                            <a:srgbClr val="11110F"/>
                          </a:solidFill>
                          <a:latin typeface="Arial"/>
                          <a:cs typeface="Arial"/>
                        </a:rPr>
                        <a:t>code</a:t>
                      </a:r>
                      <a:endParaRPr sz="2800">
                        <a:latin typeface="Arial"/>
                        <a:cs typeface="Arial"/>
                      </a:endParaRPr>
                    </a:p>
                    <a:p>
                      <a:pPr algn="ctr" marL="28575">
                        <a:lnSpc>
                          <a:spcPts val="2650"/>
                        </a:lnSpc>
                      </a:pPr>
                      <a:r>
                        <a:rPr dirty="0" sz="2250" spc="-70">
                          <a:solidFill>
                            <a:srgbClr val="232421"/>
                          </a:solidFill>
                          <a:latin typeface="Arial"/>
                          <a:cs typeface="Arial"/>
                        </a:rPr>
                        <a:t>Source</a:t>
                      </a:r>
                      <a:r>
                        <a:rPr dirty="0" sz="2250" spc="-95">
                          <a:solidFill>
                            <a:srgbClr val="2324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50">
                          <a:solidFill>
                            <a:srgbClr val="232421"/>
                          </a:solidFill>
                          <a:latin typeface="Arial"/>
                          <a:cs typeface="Arial"/>
                        </a:rPr>
                        <a:t>Serif</a:t>
                      </a:r>
                      <a:r>
                        <a:rPr dirty="0" sz="2250" spc="-75">
                          <a:solidFill>
                            <a:srgbClr val="2324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50" spc="-45">
                          <a:solidFill>
                            <a:srgbClr val="232421"/>
                          </a:solidFill>
                          <a:latin typeface="Arial"/>
                          <a:cs typeface="Arial"/>
                        </a:rPr>
                        <a:t>Pro</a:t>
                      </a:r>
                      <a:r>
                        <a:rPr dirty="0" sz="2250" spc="-125">
                          <a:solidFill>
                            <a:srgbClr val="2324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50" spc="-10">
                          <a:solidFill>
                            <a:srgbClr val="232421"/>
                          </a:solidFill>
                          <a:latin typeface="Arial"/>
                          <a:cs typeface="Arial"/>
                        </a:rPr>
                        <a:t>Regular</a:t>
                      </a:r>
                      <a:endParaRPr sz="2250">
                        <a:latin typeface="Arial"/>
                        <a:cs typeface="Arial"/>
                      </a:endParaRPr>
                    </a:p>
                  </a:txBody>
                  <a:tcPr marL="0" marR="0" marB="0" marT="19304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41910">
                        <a:lnSpc>
                          <a:spcPts val="3640"/>
                        </a:lnSpc>
                        <a:spcBef>
                          <a:spcPts val="1220"/>
                        </a:spcBef>
                      </a:pPr>
                      <a:r>
                        <a:rPr dirty="0" sz="3100" spc="-160" b="1">
                          <a:solidFill>
                            <a:srgbClr val="010301"/>
                          </a:solidFill>
                          <a:latin typeface="Arial"/>
                          <a:cs typeface="Arial"/>
                        </a:rPr>
                        <a:t>Configure</a:t>
                      </a:r>
                      <a:r>
                        <a:rPr dirty="0" sz="3100" spc="-50" b="1">
                          <a:solidFill>
                            <a:srgbClr val="01030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3100" spc="-114" b="1">
                          <a:solidFill>
                            <a:srgbClr val="010301"/>
                          </a:solidFill>
                          <a:latin typeface="Arial"/>
                          <a:cs typeface="Arial"/>
                        </a:rPr>
                        <a:t>existing</a:t>
                      </a:r>
                      <a:r>
                        <a:rPr dirty="0" sz="3100" spc="-185" b="1">
                          <a:solidFill>
                            <a:srgbClr val="01030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3100" spc="-10" b="1">
                          <a:solidFill>
                            <a:srgbClr val="010301"/>
                          </a:solidFill>
                          <a:latin typeface="Arial"/>
                          <a:cs typeface="Arial"/>
                        </a:rPr>
                        <a:t>agents</a:t>
                      </a:r>
                      <a:endParaRPr sz="3100">
                        <a:latin typeface="Arial"/>
                        <a:cs typeface="Arial"/>
                      </a:endParaRPr>
                    </a:p>
                    <a:p>
                      <a:pPr algn="ctr" marL="36195">
                        <a:lnSpc>
                          <a:spcPts val="2620"/>
                        </a:lnSpc>
                      </a:pPr>
                      <a:r>
                        <a:rPr dirty="0" sz="2250" spc="-45">
                          <a:solidFill>
                            <a:srgbClr val="232421"/>
                          </a:solidFill>
                          <a:latin typeface="Arial"/>
                          <a:cs typeface="Arial"/>
                        </a:rPr>
                        <a:t>Source</a:t>
                      </a:r>
                      <a:r>
                        <a:rPr dirty="0" sz="2250" spc="-114">
                          <a:solidFill>
                            <a:srgbClr val="2324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50">
                          <a:solidFill>
                            <a:srgbClr val="232421"/>
                          </a:solidFill>
                          <a:latin typeface="Arial"/>
                          <a:cs typeface="Arial"/>
                        </a:rPr>
                        <a:t>Serif</a:t>
                      </a:r>
                      <a:r>
                        <a:rPr dirty="0" sz="2250" spc="-110">
                          <a:solidFill>
                            <a:srgbClr val="2324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50" spc="-80">
                          <a:solidFill>
                            <a:srgbClr val="232421"/>
                          </a:solidFill>
                          <a:latin typeface="Arial"/>
                          <a:cs typeface="Arial"/>
                        </a:rPr>
                        <a:t>Pro</a:t>
                      </a:r>
                      <a:r>
                        <a:rPr dirty="0" sz="2250" spc="-110">
                          <a:solidFill>
                            <a:srgbClr val="2324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50" spc="-20">
                          <a:solidFill>
                            <a:srgbClr val="232421"/>
                          </a:solidFill>
                          <a:latin typeface="Arial"/>
                          <a:cs typeface="Arial"/>
                        </a:rPr>
                        <a:t>Bold</a:t>
                      </a:r>
                      <a:endParaRPr sz="2250">
                        <a:latin typeface="Arial"/>
                        <a:cs typeface="Arial"/>
                      </a:endParaRPr>
                    </a:p>
                  </a:txBody>
                  <a:tcPr marL="0" marR="0" marB="0" marT="15494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marL="309245">
                        <a:lnSpc>
                          <a:spcPts val="3640"/>
                        </a:lnSpc>
                        <a:spcBef>
                          <a:spcPts val="1220"/>
                        </a:spcBef>
                      </a:pPr>
                      <a:r>
                        <a:rPr dirty="0" sz="3100" spc="-100" b="1">
                          <a:solidFill>
                            <a:srgbClr val="010301"/>
                          </a:solidFill>
                          <a:latin typeface="Arial"/>
                          <a:cs typeface="Arial"/>
                        </a:rPr>
                        <a:t>Time</a:t>
                      </a:r>
                      <a:r>
                        <a:rPr dirty="0" sz="3100" spc="-190" b="1">
                          <a:solidFill>
                            <a:srgbClr val="01030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3100" spc="-25" b="1">
                          <a:solidFill>
                            <a:srgbClr val="010301"/>
                          </a:solidFill>
                          <a:latin typeface="Arial"/>
                          <a:cs typeface="Arial"/>
                        </a:rPr>
                        <a:t>to</a:t>
                      </a:r>
                      <a:r>
                        <a:rPr dirty="0" sz="3100" spc="-320" b="1">
                          <a:solidFill>
                            <a:srgbClr val="01030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3100" spc="-10" b="1">
                          <a:solidFill>
                            <a:srgbClr val="010301"/>
                          </a:solidFill>
                          <a:latin typeface="Arial"/>
                          <a:cs typeface="Arial"/>
                        </a:rPr>
                        <a:t>Deploy</a:t>
                      </a:r>
                      <a:endParaRPr sz="3100">
                        <a:latin typeface="Arial"/>
                        <a:cs typeface="Arial"/>
                      </a:endParaRPr>
                    </a:p>
                    <a:p>
                      <a:pPr marL="304165">
                        <a:lnSpc>
                          <a:spcPts val="2620"/>
                        </a:lnSpc>
                      </a:pPr>
                      <a:r>
                        <a:rPr dirty="0" sz="2250">
                          <a:solidFill>
                            <a:srgbClr val="232421"/>
                          </a:solidFill>
                          <a:latin typeface="Arial"/>
                          <a:cs typeface="Arial"/>
                        </a:rPr>
                        <a:t>Inter</a:t>
                      </a:r>
                      <a:r>
                        <a:rPr dirty="0" sz="2250" spc="15">
                          <a:solidFill>
                            <a:srgbClr val="2324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50" spc="-20">
                          <a:solidFill>
                            <a:srgbClr val="232421"/>
                          </a:solidFill>
                          <a:latin typeface="Arial"/>
                          <a:cs typeface="Arial"/>
                        </a:rPr>
                        <a:t>Bold</a:t>
                      </a:r>
                      <a:endParaRPr sz="2250">
                        <a:latin typeface="Arial"/>
                        <a:cs typeface="Arial"/>
                      </a:endParaRPr>
                    </a:p>
                  </a:txBody>
                  <a:tcPr marL="0" marR="0" marB="0" marT="15494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5240">
                        <a:lnSpc>
                          <a:spcPts val="3310"/>
                        </a:lnSpc>
                        <a:spcBef>
                          <a:spcPts val="1520"/>
                        </a:spcBef>
                      </a:pPr>
                      <a:r>
                        <a:rPr dirty="0" sz="2800">
                          <a:solidFill>
                            <a:srgbClr val="11110F"/>
                          </a:solidFill>
                          <a:latin typeface="Arial"/>
                          <a:cs typeface="Arial"/>
                        </a:rPr>
                        <a:t>3-6</a:t>
                      </a:r>
                      <a:r>
                        <a:rPr dirty="0" sz="2800" spc="-45">
                          <a:solidFill>
                            <a:srgbClr val="11110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800" spc="95">
                          <a:solidFill>
                            <a:srgbClr val="010301"/>
                          </a:solidFill>
                          <a:latin typeface="Arial"/>
                          <a:cs typeface="Arial"/>
                        </a:rPr>
                        <a:t>months</a:t>
                      </a:r>
                      <a:endParaRPr sz="2800">
                        <a:latin typeface="Arial"/>
                        <a:cs typeface="Arial"/>
                      </a:endParaRPr>
                    </a:p>
                    <a:p>
                      <a:pPr algn="ctr" marL="28575">
                        <a:lnSpc>
                          <a:spcPts val="2650"/>
                        </a:lnSpc>
                      </a:pPr>
                      <a:r>
                        <a:rPr dirty="0" sz="2250" spc="-70">
                          <a:solidFill>
                            <a:srgbClr val="232421"/>
                          </a:solidFill>
                          <a:latin typeface="Arial"/>
                          <a:cs typeface="Arial"/>
                        </a:rPr>
                        <a:t>Source</a:t>
                      </a:r>
                      <a:r>
                        <a:rPr dirty="0" sz="2250" spc="-95">
                          <a:solidFill>
                            <a:srgbClr val="2324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50">
                          <a:solidFill>
                            <a:srgbClr val="232421"/>
                          </a:solidFill>
                          <a:latin typeface="Arial"/>
                          <a:cs typeface="Arial"/>
                        </a:rPr>
                        <a:t>Serif</a:t>
                      </a:r>
                      <a:r>
                        <a:rPr dirty="0" sz="2250" spc="-75">
                          <a:solidFill>
                            <a:srgbClr val="2324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50" spc="-45">
                          <a:solidFill>
                            <a:srgbClr val="232421"/>
                          </a:solidFill>
                          <a:latin typeface="Arial"/>
                          <a:cs typeface="Arial"/>
                        </a:rPr>
                        <a:t>Pro</a:t>
                      </a:r>
                      <a:r>
                        <a:rPr dirty="0" sz="2250" spc="-125">
                          <a:solidFill>
                            <a:srgbClr val="2324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50" spc="-10">
                          <a:solidFill>
                            <a:srgbClr val="232421"/>
                          </a:solidFill>
                          <a:latin typeface="Arial"/>
                          <a:cs typeface="Arial"/>
                        </a:rPr>
                        <a:t>Regular</a:t>
                      </a:r>
                      <a:endParaRPr sz="2250">
                        <a:latin typeface="Arial"/>
                        <a:cs typeface="Arial"/>
                      </a:endParaRPr>
                    </a:p>
                  </a:txBody>
                  <a:tcPr marL="0" marR="0" marB="0" marT="19304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4130">
                        <a:lnSpc>
                          <a:spcPts val="3690"/>
                        </a:lnSpc>
                        <a:spcBef>
                          <a:spcPts val="1120"/>
                        </a:spcBef>
                      </a:pPr>
                      <a:r>
                        <a:rPr dirty="0" sz="3100" spc="-25" b="1">
                          <a:solidFill>
                            <a:srgbClr val="BA9356"/>
                          </a:solidFill>
                          <a:latin typeface="Arial"/>
                          <a:cs typeface="Arial"/>
                        </a:rPr>
                        <a:t>2-</a:t>
                      </a:r>
                      <a:r>
                        <a:rPr dirty="0" sz="3100" spc="-10" b="1">
                          <a:solidFill>
                            <a:srgbClr val="BA9356"/>
                          </a:solidFill>
                          <a:latin typeface="Arial"/>
                          <a:cs typeface="Arial"/>
                        </a:rPr>
                        <a:t>4weeks</a:t>
                      </a:r>
                      <a:endParaRPr sz="3100">
                        <a:latin typeface="Arial"/>
                        <a:cs typeface="Arial"/>
                      </a:endParaRPr>
                    </a:p>
                    <a:p>
                      <a:pPr algn="ctr" marL="36195">
                        <a:lnSpc>
                          <a:spcPts val="2670"/>
                        </a:lnSpc>
                      </a:pPr>
                      <a:r>
                        <a:rPr dirty="0" sz="2250" spc="-45">
                          <a:solidFill>
                            <a:srgbClr val="232421"/>
                          </a:solidFill>
                          <a:latin typeface="Arial"/>
                          <a:cs typeface="Arial"/>
                        </a:rPr>
                        <a:t>Source</a:t>
                      </a:r>
                      <a:r>
                        <a:rPr dirty="0" sz="2250" spc="-114">
                          <a:solidFill>
                            <a:srgbClr val="2324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50" spc="-25">
                          <a:solidFill>
                            <a:srgbClr val="232421"/>
                          </a:solidFill>
                          <a:latin typeface="Arial"/>
                          <a:cs typeface="Arial"/>
                        </a:rPr>
                        <a:t>Serif</a:t>
                      </a:r>
                      <a:r>
                        <a:rPr dirty="0" sz="2250" spc="-100">
                          <a:solidFill>
                            <a:srgbClr val="2324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50" spc="-40">
                          <a:solidFill>
                            <a:srgbClr val="232421"/>
                          </a:solidFill>
                          <a:latin typeface="Arial"/>
                          <a:cs typeface="Arial"/>
                        </a:rPr>
                        <a:t>Pro</a:t>
                      </a:r>
                      <a:r>
                        <a:rPr dirty="0" sz="2250" spc="-114">
                          <a:solidFill>
                            <a:srgbClr val="2324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50" spc="-20">
                          <a:solidFill>
                            <a:srgbClr val="232421"/>
                          </a:solidFill>
                          <a:latin typeface="Arial"/>
                          <a:cs typeface="Arial"/>
                        </a:rPr>
                        <a:t>Bold</a:t>
                      </a:r>
                      <a:endParaRPr sz="2250">
                        <a:latin typeface="Arial"/>
                        <a:cs typeface="Arial"/>
                      </a:endParaRPr>
                    </a:p>
                  </a:txBody>
                  <a:tcPr marL="0" marR="0" marB="0" marT="14224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marL="302260">
                        <a:lnSpc>
                          <a:spcPts val="3640"/>
                        </a:lnSpc>
                        <a:spcBef>
                          <a:spcPts val="1220"/>
                        </a:spcBef>
                      </a:pPr>
                      <a:r>
                        <a:rPr dirty="0" sz="3100" spc="-130" b="1">
                          <a:solidFill>
                            <a:srgbClr val="010301"/>
                          </a:solidFill>
                          <a:latin typeface="Arial"/>
                          <a:cs typeface="Arial"/>
                        </a:rPr>
                        <a:t>Failure</a:t>
                      </a:r>
                      <a:r>
                        <a:rPr dirty="0" sz="3100" spc="-245" b="1">
                          <a:solidFill>
                            <a:srgbClr val="01030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3100" spc="-10" b="1">
                          <a:solidFill>
                            <a:srgbClr val="010301"/>
                          </a:solidFill>
                          <a:latin typeface="Arial"/>
                          <a:cs typeface="Arial"/>
                        </a:rPr>
                        <a:t>Handling</a:t>
                      </a:r>
                      <a:endParaRPr sz="3100">
                        <a:latin typeface="Arial"/>
                        <a:cs typeface="Arial"/>
                      </a:endParaRPr>
                    </a:p>
                    <a:p>
                      <a:pPr marL="304165">
                        <a:lnSpc>
                          <a:spcPts val="2620"/>
                        </a:lnSpc>
                      </a:pPr>
                      <a:r>
                        <a:rPr dirty="0" sz="2250">
                          <a:solidFill>
                            <a:srgbClr val="232421"/>
                          </a:solidFill>
                          <a:latin typeface="Arial"/>
                          <a:cs typeface="Arial"/>
                        </a:rPr>
                        <a:t>Inter</a:t>
                      </a:r>
                      <a:r>
                        <a:rPr dirty="0" sz="2250" spc="15">
                          <a:solidFill>
                            <a:srgbClr val="2324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50" spc="-20">
                          <a:solidFill>
                            <a:srgbClr val="232421"/>
                          </a:solidFill>
                          <a:latin typeface="Arial"/>
                          <a:cs typeface="Arial"/>
                        </a:rPr>
                        <a:t>Bold</a:t>
                      </a:r>
                      <a:endParaRPr sz="2250">
                        <a:latin typeface="Arial"/>
                        <a:cs typeface="Arial"/>
                      </a:endParaRPr>
                    </a:p>
                  </a:txBody>
                  <a:tcPr marL="0" marR="0" marB="0" marT="15494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3495">
                        <a:lnSpc>
                          <a:spcPts val="3310"/>
                        </a:lnSpc>
                        <a:spcBef>
                          <a:spcPts val="1520"/>
                        </a:spcBef>
                      </a:pPr>
                      <a:r>
                        <a:rPr dirty="0" sz="2800">
                          <a:solidFill>
                            <a:srgbClr val="11110F"/>
                          </a:solidFill>
                          <a:latin typeface="Arial"/>
                          <a:cs typeface="Arial"/>
                        </a:rPr>
                        <a:t>Custom</a:t>
                      </a:r>
                      <a:r>
                        <a:rPr dirty="0" sz="2800" spc="45">
                          <a:solidFill>
                            <a:srgbClr val="11110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800" spc="120">
                          <a:solidFill>
                            <a:srgbClr val="010301"/>
                          </a:solidFill>
                          <a:latin typeface="Arial"/>
                          <a:cs typeface="Arial"/>
                        </a:rPr>
                        <a:t>retry</a:t>
                      </a:r>
                      <a:r>
                        <a:rPr dirty="0" sz="2800" spc="15">
                          <a:solidFill>
                            <a:srgbClr val="01030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800" spc="55">
                          <a:solidFill>
                            <a:srgbClr val="010301"/>
                          </a:solidFill>
                          <a:latin typeface="Arial"/>
                          <a:cs typeface="Arial"/>
                        </a:rPr>
                        <a:t>logic</a:t>
                      </a:r>
                      <a:endParaRPr sz="2800">
                        <a:latin typeface="Arial"/>
                        <a:cs typeface="Arial"/>
                      </a:endParaRPr>
                    </a:p>
                    <a:p>
                      <a:pPr algn="ctr" marL="15875">
                        <a:lnSpc>
                          <a:spcPts val="2650"/>
                        </a:lnSpc>
                      </a:pPr>
                      <a:r>
                        <a:rPr dirty="0" sz="2250" spc="-45">
                          <a:solidFill>
                            <a:srgbClr val="232421"/>
                          </a:solidFill>
                          <a:latin typeface="Arial"/>
                          <a:cs typeface="Arial"/>
                        </a:rPr>
                        <a:t>Source</a:t>
                      </a:r>
                      <a:r>
                        <a:rPr dirty="0" sz="2250" spc="-114">
                          <a:solidFill>
                            <a:srgbClr val="2324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50">
                          <a:solidFill>
                            <a:srgbClr val="232421"/>
                          </a:solidFill>
                          <a:latin typeface="Arial"/>
                          <a:cs typeface="Arial"/>
                        </a:rPr>
                        <a:t>Serif</a:t>
                      </a:r>
                      <a:r>
                        <a:rPr dirty="0" sz="2250" spc="-110">
                          <a:solidFill>
                            <a:srgbClr val="2324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50" spc="-45">
                          <a:solidFill>
                            <a:srgbClr val="232421"/>
                          </a:solidFill>
                          <a:latin typeface="Arial"/>
                          <a:cs typeface="Arial"/>
                        </a:rPr>
                        <a:t>Pro</a:t>
                      </a:r>
                      <a:r>
                        <a:rPr dirty="0" sz="2250" spc="-125">
                          <a:solidFill>
                            <a:srgbClr val="2324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50" spc="-10">
                          <a:solidFill>
                            <a:srgbClr val="232421"/>
                          </a:solidFill>
                          <a:latin typeface="Arial"/>
                          <a:cs typeface="Arial"/>
                        </a:rPr>
                        <a:t>Regular</a:t>
                      </a:r>
                      <a:endParaRPr sz="2250">
                        <a:latin typeface="Arial"/>
                        <a:cs typeface="Arial"/>
                      </a:endParaRPr>
                    </a:p>
                  </a:txBody>
                  <a:tcPr marL="0" marR="0" marB="0" marT="19304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0160">
                        <a:lnSpc>
                          <a:spcPts val="3640"/>
                        </a:lnSpc>
                        <a:spcBef>
                          <a:spcPts val="1220"/>
                        </a:spcBef>
                      </a:pPr>
                      <a:r>
                        <a:rPr dirty="0" sz="3100" spc="-145" b="1">
                          <a:solidFill>
                            <a:srgbClr val="010301"/>
                          </a:solidFill>
                          <a:latin typeface="Arial"/>
                          <a:cs typeface="Arial"/>
                        </a:rPr>
                        <a:t>Automatic</a:t>
                      </a:r>
                      <a:r>
                        <a:rPr dirty="0" sz="3100" spc="-55" b="1">
                          <a:solidFill>
                            <a:srgbClr val="01030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3100" spc="-10" b="1">
                          <a:solidFill>
                            <a:srgbClr val="010301"/>
                          </a:solidFill>
                          <a:latin typeface="Arial"/>
                          <a:cs typeface="Arial"/>
                        </a:rPr>
                        <a:t>recovery</a:t>
                      </a:r>
                      <a:endParaRPr sz="3100">
                        <a:latin typeface="Arial"/>
                        <a:cs typeface="Arial"/>
                      </a:endParaRPr>
                    </a:p>
                    <a:p>
                      <a:pPr algn="ctr" marL="36195">
                        <a:lnSpc>
                          <a:spcPts val="2620"/>
                        </a:lnSpc>
                      </a:pPr>
                      <a:r>
                        <a:rPr dirty="0" sz="2250" spc="-45">
                          <a:solidFill>
                            <a:srgbClr val="232421"/>
                          </a:solidFill>
                          <a:latin typeface="Arial"/>
                          <a:cs typeface="Arial"/>
                        </a:rPr>
                        <a:t>Source</a:t>
                      </a:r>
                      <a:r>
                        <a:rPr dirty="0" sz="2250" spc="-114">
                          <a:solidFill>
                            <a:srgbClr val="2324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50" spc="-25">
                          <a:solidFill>
                            <a:srgbClr val="232421"/>
                          </a:solidFill>
                          <a:latin typeface="Arial"/>
                          <a:cs typeface="Arial"/>
                        </a:rPr>
                        <a:t>Serif</a:t>
                      </a:r>
                      <a:r>
                        <a:rPr dirty="0" sz="2250" spc="-85">
                          <a:solidFill>
                            <a:srgbClr val="2324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50" spc="-10">
                          <a:solidFill>
                            <a:srgbClr val="232421"/>
                          </a:solidFill>
                          <a:latin typeface="Arial"/>
                          <a:cs typeface="Arial"/>
                        </a:rPr>
                        <a:t>Pro</a:t>
                      </a:r>
                      <a:r>
                        <a:rPr dirty="0" sz="2250" spc="-220">
                          <a:solidFill>
                            <a:srgbClr val="2324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50" spc="-20">
                          <a:solidFill>
                            <a:srgbClr val="232421"/>
                          </a:solidFill>
                          <a:latin typeface="Arial"/>
                          <a:cs typeface="Arial"/>
                        </a:rPr>
                        <a:t>Bold</a:t>
                      </a:r>
                      <a:endParaRPr sz="2250">
                        <a:latin typeface="Arial"/>
                        <a:cs typeface="Arial"/>
                      </a:endParaRPr>
                    </a:p>
                  </a:txBody>
                  <a:tcPr marL="0" marR="0" marB="0" marT="15494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marL="316865">
                        <a:lnSpc>
                          <a:spcPts val="3640"/>
                        </a:lnSpc>
                        <a:spcBef>
                          <a:spcPts val="1220"/>
                        </a:spcBef>
                      </a:pPr>
                      <a:r>
                        <a:rPr dirty="0" sz="3100" spc="-10" b="1">
                          <a:solidFill>
                            <a:srgbClr val="010301"/>
                          </a:solidFill>
                          <a:latin typeface="Arial"/>
                          <a:cs typeface="Arial"/>
                        </a:rPr>
                        <a:t>Scaling</a:t>
                      </a:r>
                      <a:endParaRPr sz="3100">
                        <a:latin typeface="Arial"/>
                        <a:cs typeface="Arial"/>
                      </a:endParaRPr>
                    </a:p>
                    <a:p>
                      <a:pPr marL="304165">
                        <a:lnSpc>
                          <a:spcPts val="2620"/>
                        </a:lnSpc>
                      </a:pPr>
                      <a:r>
                        <a:rPr dirty="0" sz="2250">
                          <a:solidFill>
                            <a:srgbClr val="232421"/>
                          </a:solidFill>
                          <a:latin typeface="Arial"/>
                          <a:cs typeface="Arial"/>
                        </a:rPr>
                        <a:t>Inter</a:t>
                      </a:r>
                      <a:r>
                        <a:rPr dirty="0" sz="2250" spc="15">
                          <a:solidFill>
                            <a:srgbClr val="2324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50" spc="-20">
                          <a:solidFill>
                            <a:srgbClr val="232421"/>
                          </a:solidFill>
                          <a:latin typeface="Arial"/>
                          <a:cs typeface="Arial"/>
                        </a:rPr>
                        <a:t>Bold</a:t>
                      </a:r>
                      <a:endParaRPr sz="2250">
                        <a:latin typeface="Arial"/>
                        <a:cs typeface="Arial"/>
                      </a:endParaRPr>
                    </a:p>
                  </a:txBody>
                  <a:tcPr marL="0" marR="0" marB="0" marT="15494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40005">
                        <a:lnSpc>
                          <a:spcPts val="3310"/>
                        </a:lnSpc>
                        <a:spcBef>
                          <a:spcPts val="1520"/>
                        </a:spcBef>
                      </a:pPr>
                      <a:r>
                        <a:rPr dirty="0" sz="2800">
                          <a:solidFill>
                            <a:srgbClr val="11110F"/>
                          </a:solidFill>
                          <a:latin typeface="Arial"/>
                          <a:cs typeface="Arial"/>
                        </a:rPr>
                        <a:t>Add</a:t>
                      </a:r>
                      <a:r>
                        <a:rPr dirty="0" sz="2800" spc="-150">
                          <a:solidFill>
                            <a:srgbClr val="11110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800" spc="70">
                          <a:solidFill>
                            <a:srgbClr val="11110F"/>
                          </a:solidFill>
                          <a:latin typeface="Arial"/>
                          <a:cs typeface="Arial"/>
                        </a:rPr>
                        <a:t>orchestration</a:t>
                      </a:r>
                      <a:r>
                        <a:rPr dirty="0" sz="2800" spc="170">
                          <a:solidFill>
                            <a:srgbClr val="11110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800" spc="50">
                          <a:solidFill>
                            <a:srgbClr val="010301"/>
                          </a:solidFill>
                          <a:latin typeface="Arial"/>
                          <a:cs typeface="Arial"/>
                        </a:rPr>
                        <a:t>la</a:t>
                      </a:r>
                      <a:r>
                        <a:rPr dirty="0" sz="2800" spc="50">
                          <a:solidFill>
                            <a:srgbClr val="232421"/>
                          </a:solidFill>
                          <a:latin typeface="Arial"/>
                          <a:cs typeface="Arial"/>
                        </a:rPr>
                        <a:t>yer</a:t>
                      </a:r>
                      <a:endParaRPr sz="2800">
                        <a:latin typeface="Arial"/>
                        <a:cs typeface="Arial"/>
                      </a:endParaRPr>
                    </a:p>
                    <a:p>
                      <a:pPr algn="ctr" marL="15875">
                        <a:lnSpc>
                          <a:spcPts val="2650"/>
                        </a:lnSpc>
                      </a:pPr>
                      <a:r>
                        <a:rPr dirty="0" sz="2250" spc="-45">
                          <a:solidFill>
                            <a:srgbClr val="232421"/>
                          </a:solidFill>
                          <a:latin typeface="Arial"/>
                          <a:cs typeface="Arial"/>
                        </a:rPr>
                        <a:t>Source</a:t>
                      </a:r>
                      <a:r>
                        <a:rPr dirty="0" sz="2250" spc="-114">
                          <a:solidFill>
                            <a:srgbClr val="2324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50">
                          <a:solidFill>
                            <a:srgbClr val="232421"/>
                          </a:solidFill>
                          <a:latin typeface="Arial"/>
                          <a:cs typeface="Arial"/>
                        </a:rPr>
                        <a:t>Serif</a:t>
                      </a:r>
                      <a:r>
                        <a:rPr dirty="0" sz="2250" spc="-110">
                          <a:solidFill>
                            <a:srgbClr val="2324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50" spc="-45">
                          <a:solidFill>
                            <a:srgbClr val="232421"/>
                          </a:solidFill>
                          <a:latin typeface="Arial"/>
                          <a:cs typeface="Arial"/>
                        </a:rPr>
                        <a:t>Pro</a:t>
                      </a:r>
                      <a:r>
                        <a:rPr dirty="0" sz="2250" spc="-125">
                          <a:solidFill>
                            <a:srgbClr val="2324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50" spc="-10">
                          <a:solidFill>
                            <a:srgbClr val="232421"/>
                          </a:solidFill>
                          <a:latin typeface="Arial"/>
                          <a:cs typeface="Arial"/>
                        </a:rPr>
                        <a:t>Regular</a:t>
                      </a:r>
                      <a:endParaRPr sz="2250">
                        <a:latin typeface="Arial"/>
                        <a:cs typeface="Arial"/>
                      </a:endParaRPr>
                    </a:p>
                  </a:txBody>
                  <a:tcPr marL="0" marR="0" marB="0" marT="19304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40"/>
                        </a:lnSpc>
                        <a:spcBef>
                          <a:spcPts val="1220"/>
                        </a:spcBef>
                      </a:pPr>
                      <a:r>
                        <a:rPr dirty="0" sz="3100" spc="-80" b="1">
                          <a:solidFill>
                            <a:srgbClr val="010301"/>
                          </a:solidFill>
                          <a:latin typeface="Arial"/>
                          <a:cs typeface="Arial"/>
                        </a:rPr>
                        <a:t>Built-in</a:t>
                      </a:r>
                      <a:r>
                        <a:rPr dirty="0" sz="3100" spc="-215" b="1">
                          <a:solidFill>
                            <a:srgbClr val="01030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3100" spc="-10" b="1">
                          <a:solidFill>
                            <a:srgbClr val="010301"/>
                          </a:solidFill>
                          <a:latin typeface="Arial"/>
                          <a:cs typeface="Arial"/>
                        </a:rPr>
                        <a:t>distribution</a:t>
                      </a:r>
                      <a:endParaRPr sz="3100">
                        <a:latin typeface="Arial"/>
                        <a:cs typeface="Arial"/>
                      </a:endParaRPr>
                    </a:p>
                    <a:p>
                      <a:pPr algn="ctr" marL="36195">
                        <a:lnSpc>
                          <a:spcPts val="2620"/>
                        </a:lnSpc>
                      </a:pPr>
                      <a:r>
                        <a:rPr dirty="0" sz="2250" spc="-45">
                          <a:solidFill>
                            <a:srgbClr val="232421"/>
                          </a:solidFill>
                          <a:latin typeface="Arial"/>
                          <a:cs typeface="Arial"/>
                        </a:rPr>
                        <a:t>Source</a:t>
                      </a:r>
                      <a:r>
                        <a:rPr dirty="0" sz="2250" spc="-114">
                          <a:solidFill>
                            <a:srgbClr val="2324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50">
                          <a:solidFill>
                            <a:srgbClr val="232421"/>
                          </a:solidFill>
                          <a:latin typeface="Arial"/>
                          <a:cs typeface="Arial"/>
                        </a:rPr>
                        <a:t>Serif</a:t>
                      </a:r>
                      <a:r>
                        <a:rPr dirty="0" sz="2250" spc="-110">
                          <a:solidFill>
                            <a:srgbClr val="2324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50" spc="-45">
                          <a:solidFill>
                            <a:srgbClr val="232421"/>
                          </a:solidFill>
                          <a:latin typeface="Arial"/>
                          <a:cs typeface="Arial"/>
                        </a:rPr>
                        <a:t>Pro</a:t>
                      </a:r>
                      <a:r>
                        <a:rPr dirty="0" sz="2250" spc="-215">
                          <a:solidFill>
                            <a:srgbClr val="2324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50" spc="-20">
                          <a:solidFill>
                            <a:srgbClr val="232421"/>
                          </a:solidFill>
                          <a:latin typeface="Arial"/>
                          <a:cs typeface="Arial"/>
                        </a:rPr>
                        <a:t>Bold</a:t>
                      </a:r>
                      <a:endParaRPr sz="2250">
                        <a:latin typeface="Arial"/>
                        <a:cs typeface="Arial"/>
                      </a:endParaRPr>
                    </a:p>
                  </a:txBody>
                  <a:tcPr marL="0" marR="0" marB="0" marT="15494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084580">
                <a:tc>
                  <a:txBody>
                    <a:bodyPr/>
                    <a:lstStyle/>
                    <a:p>
                      <a:pPr marL="302895">
                        <a:lnSpc>
                          <a:spcPts val="3640"/>
                        </a:lnSpc>
                        <a:spcBef>
                          <a:spcPts val="1220"/>
                        </a:spcBef>
                      </a:pPr>
                      <a:r>
                        <a:rPr dirty="0" sz="3100" spc="-25" b="1">
                          <a:solidFill>
                            <a:srgbClr val="010301"/>
                          </a:solidFill>
                          <a:latin typeface="Arial"/>
                          <a:cs typeface="Arial"/>
                        </a:rPr>
                        <a:t>Maintenance</a:t>
                      </a:r>
                      <a:endParaRPr sz="3100">
                        <a:latin typeface="Arial"/>
                        <a:cs typeface="Arial"/>
                      </a:endParaRPr>
                    </a:p>
                    <a:p>
                      <a:pPr marL="304165">
                        <a:lnSpc>
                          <a:spcPts val="2620"/>
                        </a:lnSpc>
                      </a:pPr>
                      <a:r>
                        <a:rPr dirty="0" sz="2250">
                          <a:solidFill>
                            <a:srgbClr val="232421"/>
                          </a:solidFill>
                          <a:latin typeface="Arial"/>
                          <a:cs typeface="Arial"/>
                        </a:rPr>
                        <a:t>Inter</a:t>
                      </a:r>
                      <a:r>
                        <a:rPr dirty="0" sz="2250" spc="15">
                          <a:solidFill>
                            <a:srgbClr val="2324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50" spc="-20">
                          <a:solidFill>
                            <a:srgbClr val="232421"/>
                          </a:solidFill>
                          <a:latin typeface="Arial"/>
                          <a:cs typeface="Arial"/>
                        </a:rPr>
                        <a:t>Bold</a:t>
                      </a:r>
                      <a:endParaRPr sz="2250">
                        <a:latin typeface="Arial"/>
                        <a:cs typeface="Arial"/>
                      </a:endParaRPr>
                    </a:p>
                  </a:txBody>
                  <a:tcPr marL="0" marR="0" marB="0" marT="15494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ts val="3310"/>
                        </a:lnSpc>
                        <a:spcBef>
                          <a:spcPts val="1520"/>
                        </a:spcBef>
                      </a:pPr>
                      <a:r>
                        <a:rPr dirty="0" sz="2800">
                          <a:solidFill>
                            <a:srgbClr val="010301"/>
                          </a:solidFill>
                          <a:latin typeface="Arial"/>
                          <a:cs typeface="Arial"/>
                        </a:rPr>
                        <a:t>Per-</a:t>
                      </a:r>
                      <a:r>
                        <a:rPr dirty="0" sz="2800" spc="55">
                          <a:solidFill>
                            <a:srgbClr val="010301"/>
                          </a:solidFill>
                          <a:latin typeface="Arial"/>
                          <a:cs typeface="Arial"/>
                        </a:rPr>
                        <a:t>document</a:t>
                      </a:r>
                      <a:r>
                        <a:rPr dirty="0" sz="2800" spc="375">
                          <a:solidFill>
                            <a:srgbClr val="01030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800" spc="-10">
                          <a:solidFill>
                            <a:srgbClr val="11110F"/>
                          </a:solidFill>
                          <a:latin typeface="Arial"/>
                          <a:cs typeface="Arial"/>
                        </a:rPr>
                        <a:t>codebase</a:t>
                      </a:r>
                      <a:endParaRPr sz="2800">
                        <a:latin typeface="Arial"/>
                        <a:cs typeface="Arial"/>
                      </a:endParaRPr>
                    </a:p>
                    <a:p>
                      <a:pPr algn="ctr" marL="15875">
                        <a:lnSpc>
                          <a:spcPts val="2650"/>
                        </a:lnSpc>
                      </a:pPr>
                      <a:r>
                        <a:rPr dirty="0" sz="2250" spc="-45">
                          <a:solidFill>
                            <a:srgbClr val="232421"/>
                          </a:solidFill>
                          <a:latin typeface="Arial"/>
                          <a:cs typeface="Arial"/>
                        </a:rPr>
                        <a:t>Source</a:t>
                      </a:r>
                      <a:r>
                        <a:rPr dirty="0" sz="2250" spc="-114">
                          <a:solidFill>
                            <a:srgbClr val="2324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50">
                          <a:solidFill>
                            <a:srgbClr val="232421"/>
                          </a:solidFill>
                          <a:latin typeface="Arial"/>
                          <a:cs typeface="Arial"/>
                        </a:rPr>
                        <a:t>Serif</a:t>
                      </a:r>
                      <a:r>
                        <a:rPr dirty="0" sz="2250" spc="-110">
                          <a:solidFill>
                            <a:srgbClr val="2324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50" spc="-45">
                          <a:solidFill>
                            <a:srgbClr val="232421"/>
                          </a:solidFill>
                          <a:latin typeface="Arial"/>
                          <a:cs typeface="Arial"/>
                        </a:rPr>
                        <a:t>Pro</a:t>
                      </a:r>
                      <a:r>
                        <a:rPr dirty="0" sz="2250" spc="-125">
                          <a:solidFill>
                            <a:srgbClr val="2324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50" spc="-10">
                          <a:solidFill>
                            <a:srgbClr val="232421"/>
                          </a:solidFill>
                          <a:latin typeface="Arial"/>
                          <a:cs typeface="Arial"/>
                        </a:rPr>
                        <a:t>Regular</a:t>
                      </a:r>
                      <a:endParaRPr sz="2250">
                        <a:latin typeface="Arial"/>
                        <a:cs typeface="Arial"/>
                      </a:endParaRPr>
                    </a:p>
                  </a:txBody>
                  <a:tcPr marL="0" marR="0" marB="0" marT="19304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40"/>
                        </a:lnSpc>
                        <a:spcBef>
                          <a:spcPts val="1220"/>
                        </a:spcBef>
                      </a:pPr>
                      <a:r>
                        <a:rPr dirty="0" sz="3100" spc="-150" b="1">
                          <a:solidFill>
                            <a:srgbClr val="010301"/>
                          </a:solidFill>
                          <a:latin typeface="Arial"/>
                          <a:cs typeface="Arial"/>
                        </a:rPr>
                        <a:t>Shared</a:t>
                      </a:r>
                      <a:r>
                        <a:rPr dirty="0" sz="3100" spc="-110" b="1">
                          <a:solidFill>
                            <a:srgbClr val="01030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3100" spc="-10" b="1">
                          <a:solidFill>
                            <a:srgbClr val="010301"/>
                          </a:solidFill>
                          <a:latin typeface="Arial"/>
                          <a:cs typeface="Arial"/>
                        </a:rPr>
                        <a:t>framework</a:t>
                      </a:r>
                      <a:endParaRPr sz="3100">
                        <a:latin typeface="Arial"/>
                        <a:cs typeface="Arial"/>
                      </a:endParaRPr>
                    </a:p>
                    <a:p>
                      <a:pPr algn="ctr" marL="36195">
                        <a:lnSpc>
                          <a:spcPts val="2620"/>
                        </a:lnSpc>
                      </a:pPr>
                      <a:r>
                        <a:rPr dirty="0" sz="2250" spc="-45">
                          <a:solidFill>
                            <a:srgbClr val="232421"/>
                          </a:solidFill>
                          <a:latin typeface="Arial"/>
                          <a:cs typeface="Arial"/>
                        </a:rPr>
                        <a:t>Source</a:t>
                      </a:r>
                      <a:r>
                        <a:rPr dirty="0" sz="2250" spc="-114">
                          <a:solidFill>
                            <a:srgbClr val="2324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50">
                          <a:solidFill>
                            <a:srgbClr val="232421"/>
                          </a:solidFill>
                          <a:latin typeface="Arial"/>
                          <a:cs typeface="Arial"/>
                        </a:rPr>
                        <a:t>Serif</a:t>
                      </a:r>
                      <a:r>
                        <a:rPr dirty="0" sz="2250" spc="-110">
                          <a:solidFill>
                            <a:srgbClr val="2324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50" spc="-45">
                          <a:solidFill>
                            <a:srgbClr val="232421"/>
                          </a:solidFill>
                          <a:latin typeface="Arial"/>
                          <a:cs typeface="Arial"/>
                        </a:rPr>
                        <a:t>Pro</a:t>
                      </a:r>
                      <a:r>
                        <a:rPr dirty="0" sz="2250" spc="-215">
                          <a:solidFill>
                            <a:srgbClr val="2324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50" spc="-20">
                          <a:solidFill>
                            <a:srgbClr val="232421"/>
                          </a:solidFill>
                          <a:latin typeface="Arial"/>
                          <a:cs typeface="Arial"/>
                        </a:rPr>
                        <a:t>Bold</a:t>
                      </a:r>
                      <a:endParaRPr sz="2250">
                        <a:latin typeface="Arial"/>
                        <a:cs typeface="Arial"/>
                      </a:endParaRPr>
                    </a:p>
                  </a:txBody>
                  <a:tcPr marL="0" marR="0" marB="0" marT="15494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006240" y="849279"/>
            <a:ext cx="15408275" cy="722630"/>
          </a:xfrm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4550" spc="-170">
                <a:solidFill>
                  <a:srgbClr val="232421"/>
                </a:solidFill>
              </a:rPr>
              <a:t>The</a:t>
            </a:r>
            <a:r>
              <a:rPr dirty="0" sz="4550" spc="-395">
                <a:solidFill>
                  <a:srgbClr val="232421"/>
                </a:solidFill>
              </a:rPr>
              <a:t> </a:t>
            </a:r>
            <a:r>
              <a:rPr dirty="0" sz="4550" spc="-225">
                <a:solidFill>
                  <a:srgbClr val="232421"/>
                </a:solidFill>
              </a:rPr>
              <a:t>Result:</a:t>
            </a:r>
            <a:r>
              <a:rPr dirty="0" sz="4550" spc="-305">
                <a:solidFill>
                  <a:srgbClr val="232421"/>
                </a:solidFill>
              </a:rPr>
              <a:t> </a:t>
            </a:r>
            <a:r>
              <a:rPr dirty="0" sz="4550" spc="-240">
                <a:solidFill>
                  <a:srgbClr val="232421"/>
                </a:solidFill>
              </a:rPr>
              <a:t>A</a:t>
            </a:r>
            <a:r>
              <a:rPr dirty="0" sz="4550" spc="-445">
                <a:solidFill>
                  <a:srgbClr val="232421"/>
                </a:solidFill>
              </a:rPr>
              <a:t> </a:t>
            </a:r>
            <a:r>
              <a:rPr dirty="0" sz="4550" spc="-225">
                <a:solidFill>
                  <a:srgbClr val="232421"/>
                </a:solidFill>
              </a:rPr>
              <a:t>Fundamental</a:t>
            </a:r>
            <a:r>
              <a:rPr dirty="0" sz="4550" spc="95">
                <a:solidFill>
                  <a:srgbClr val="232421"/>
                </a:solidFill>
              </a:rPr>
              <a:t> </a:t>
            </a:r>
            <a:r>
              <a:rPr dirty="0" sz="4550" spc="-170">
                <a:solidFill>
                  <a:srgbClr val="232421"/>
                </a:solidFill>
              </a:rPr>
              <a:t>Shift</a:t>
            </a:r>
            <a:r>
              <a:rPr dirty="0" sz="4550" spc="-330">
                <a:solidFill>
                  <a:srgbClr val="232421"/>
                </a:solidFill>
              </a:rPr>
              <a:t> </a:t>
            </a:r>
            <a:r>
              <a:rPr dirty="0" sz="4550" spc="-50">
                <a:solidFill>
                  <a:srgbClr val="232421"/>
                </a:solidFill>
              </a:rPr>
              <a:t>in</a:t>
            </a:r>
            <a:r>
              <a:rPr dirty="0" sz="4550" spc="-550">
                <a:solidFill>
                  <a:srgbClr val="232421"/>
                </a:solidFill>
              </a:rPr>
              <a:t> </a:t>
            </a:r>
            <a:r>
              <a:rPr dirty="0" sz="4550" spc="-229">
                <a:solidFill>
                  <a:srgbClr val="232421"/>
                </a:solidFill>
              </a:rPr>
              <a:t>Speed</a:t>
            </a:r>
            <a:r>
              <a:rPr dirty="0" sz="4550" spc="-204">
                <a:solidFill>
                  <a:srgbClr val="232421"/>
                </a:solidFill>
              </a:rPr>
              <a:t> </a:t>
            </a:r>
            <a:r>
              <a:rPr dirty="0" sz="4550" spc="-170">
                <a:solidFill>
                  <a:srgbClr val="232421"/>
                </a:solidFill>
              </a:rPr>
              <a:t>and</a:t>
            </a:r>
            <a:r>
              <a:rPr dirty="0" sz="4550" spc="-515">
                <a:solidFill>
                  <a:srgbClr val="232421"/>
                </a:solidFill>
              </a:rPr>
              <a:t> </a:t>
            </a:r>
            <a:r>
              <a:rPr dirty="0" sz="4550" spc="-95">
                <a:solidFill>
                  <a:srgbClr val="232421"/>
                </a:solidFill>
              </a:rPr>
              <a:t>Maintainability</a:t>
            </a:r>
            <a:endParaRPr sz="455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00"/>
              </a:lnSpc>
            </a:pPr>
            <a:r>
              <a:rPr dirty="0" sz="1300" spc="-20"/>
              <a:t>Isl\</a:t>
            </a:r>
            <a:r>
              <a:rPr dirty="0" sz="1300" spc="-45"/>
              <a:t> </a:t>
            </a:r>
            <a:r>
              <a:rPr dirty="0" spc="-10">
                <a:solidFill>
                  <a:srgbClr val="151311"/>
                </a:solidFill>
              </a:rPr>
              <a:t>N</a:t>
            </a:r>
            <a:r>
              <a:rPr dirty="0" spc="-10"/>
              <a:t>otebookL</a:t>
            </a:r>
            <a:r>
              <a:rPr dirty="0" spc="-10">
                <a:solidFill>
                  <a:srgbClr val="151311"/>
                </a:solidFill>
              </a:rPr>
              <a:t>M</a:t>
            </a:r>
            <a:endParaRPr sz="1300"/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815162" y="2387533"/>
          <a:ext cx="15831819" cy="69805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60340"/>
                <a:gridCol w="5336540"/>
                <a:gridCol w="5158105"/>
              </a:tblGrid>
              <a:tr h="663575"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3250" spc="-10" b="1">
                          <a:solidFill>
                            <a:srgbClr val="010103"/>
                          </a:solidFill>
                          <a:latin typeface="Arial"/>
                          <a:cs typeface="Arial"/>
                        </a:rPr>
                        <a:t>Capability</a:t>
                      </a:r>
                      <a:endParaRPr sz="3250">
                        <a:latin typeface="Arial"/>
                        <a:cs typeface="Arial"/>
                      </a:endParaRPr>
                    </a:p>
                  </a:txBody>
                  <a:tcPr marL="0" marR="0" marB="0" marT="20955">
                    <a:lnR w="28575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510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3250" spc="-30" b="1">
                          <a:solidFill>
                            <a:srgbClr val="010103"/>
                          </a:solidFill>
                          <a:latin typeface="Arial"/>
                          <a:cs typeface="Arial"/>
                        </a:rPr>
                        <a:t>Akka</a:t>
                      </a:r>
                      <a:r>
                        <a:rPr dirty="0" sz="3250" spc="-390" b="1">
                          <a:solidFill>
                            <a:srgbClr val="01010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3250" spc="-170" b="1">
                          <a:solidFill>
                            <a:srgbClr val="010103"/>
                          </a:solidFill>
                          <a:latin typeface="Arial"/>
                          <a:cs typeface="Arial"/>
                        </a:rPr>
                        <a:t>SDK</a:t>
                      </a:r>
                      <a:r>
                        <a:rPr dirty="0" sz="3250" spc="-245" b="1">
                          <a:solidFill>
                            <a:srgbClr val="01010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3250" spc="-10" b="1">
                          <a:solidFill>
                            <a:srgbClr val="010103"/>
                          </a:solidFill>
                          <a:latin typeface="Arial"/>
                          <a:cs typeface="Arial"/>
                        </a:rPr>
                        <a:t>Agents</a:t>
                      </a:r>
                      <a:endParaRPr sz="3250">
                        <a:latin typeface="Arial"/>
                        <a:cs typeface="Arial"/>
                      </a:endParaRPr>
                    </a:p>
                  </a:txBody>
                  <a:tcPr marL="0" marR="0" marB="0" marT="20955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621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3250" spc="-90" b="1">
                          <a:solidFill>
                            <a:srgbClr val="010103"/>
                          </a:solidFill>
                          <a:latin typeface="Arial"/>
                          <a:cs typeface="Arial"/>
                        </a:rPr>
                        <a:t>Traditional</a:t>
                      </a:r>
                      <a:r>
                        <a:rPr dirty="0" sz="3250" spc="-120" b="1">
                          <a:solidFill>
                            <a:srgbClr val="01010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3250" spc="-10" b="1">
                          <a:solidFill>
                            <a:srgbClr val="010103"/>
                          </a:solidFill>
                          <a:latin typeface="Arial"/>
                          <a:cs typeface="Arial"/>
                        </a:rPr>
                        <a:t>Python</a:t>
                      </a:r>
                      <a:endParaRPr sz="3250">
                        <a:latin typeface="Arial"/>
                        <a:cs typeface="Arial"/>
                      </a:endParaRPr>
                    </a:p>
                  </a:txBody>
                  <a:tcPr marL="0" marR="0" marB="0" marT="20955">
                    <a:lnL w="28575">
                      <a:solidFill>
                        <a:srgbClr val="000000"/>
                      </a:solidFill>
                      <a:prstDash val="solid"/>
                    </a:lnL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059180">
                <a:tc>
                  <a:txBody>
                    <a:bodyPr/>
                    <a:lstStyle/>
                    <a:p>
                      <a:pPr marL="87630">
                        <a:lnSpc>
                          <a:spcPct val="100000"/>
                        </a:lnSpc>
                        <a:spcBef>
                          <a:spcPts val="2475"/>
                        </a:spcBef>
                      </a:pPr>
                      <a:r>
                        <a:rPr dirty="0" sz="2850" spc="-10" b="1">
                          <a:solidFill>
                            <a:srgbClr val="010103"/>
                          </a:solidFill>
                          <a:latin typeface="Arial"/>
                          <a:cs typeface="Arial"/>
                        </a:rPr>
                        <a:t>Durability</a:t>
                      </a:r>
                      <a:endParaRPr sz="2850">
                        <a:latin typeface="Arial"/>
                        <a:cs typeface="Arial"/>
                      </a:endParaRPr>
                    </a:p>
                  </a:txBody>
                  <a:tcPr marL="0" marR="0" marB="0" marT="314325"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3195" marR="132715" indent="-5715">
                        <a:lnSpc>
                          <a:spcPts val="3220"/>
                        </a:lnSpc>
                        <a:spcBef>
                          <a:spcPts val="1140"/>
                        </a:spcBef>
                      </a:pPr>
                      <a:r>
                        <a:rPr dirty="0" sz="3000" spc="-125" b="1">
                          <a:solidFill>
                            <a:srgbClr val="010103"/>
                          </a:solidFill>
                          <a:latin typeface="Times New Roman"/>
                          <a:cs typeface="Times New Roman"/>
                        </a:rPr>
                        <a:t>Built-</a:t>
                      </a:r>
                      <a:r>
                        <a:rPr dirty="0" sz="3000" spc="-114" b="1">
                          <a:solidFill>
                            <a:srgbClr val="010103"/>
                          </a:solidFill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dirty="0" sz="3000" spc="-135" b="1">
                          <a:solidFill>
                            <a:srgbClr val="010103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3000" spc="-170">
                          <a:solidFill>
                            <a:srgbClr val="111315"/>
                          </a:solidFill>
                          <a:latin typeface="Times New Roman"/>
                          <a:cs typeface="Times New Roman"/>
                        </a:rPr>
                        <a:t>workflow</a:t>
                      </a:r>
                      <a:r>
                        <a:rPr dirty="0" sz="3000" spc="-25">
                          <a:solidFill>
                            <a:srgbClr val="111315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3000" spc="-10">
                          <a:solidFill>
                            <a:srgbClr val="111315"/>
                          </a:solidFill>
                          <a:latin typeface="Times New Roman"/>
                          <a:cs typeface="Times New Roman"/>
                        </a:rPr>
                        <a:t>state</a:t>
                      </a:r>
                      <a:r>
                        <a:rPr dirty="0" sz="3000" spc="-100">
                          <a:solidFill>
                            <a:srgbClr val="111315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3000" spc="-35">
                          <a:solidFill>
                            <a:srgbClr val="111315"/>
                          </a:solidFill>
                          <a:latin typeface="Times New Roman"/>
                          <a:cs typeface="Times New Roman"/>
                        </a:rPr>
                        <a:t>per</a:t>
                      </a:r>
                      <a:r>
                        <a:rPr dirty="0" sz="3000" spc="-35">
                          <a:solidFill>
                            <a:srgbClr val="2B2823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dirty="0" sz="3000" spc="-35">
                          <a:solidFill>
                            <a:srgbClr val="111315"/>
                          </a:solidFill>
                          <a:latin typeface="Times New Roman"/>
                          <a:cs typeface="Times New Roman"/>
                        </a:rPr>
                        <a:t>istence </a:t>
                      </a:r>
                      <a:r>
                        <a:rPr dirty="0" sz="3000" spc="-30">
                          <a:solidFill>
                            <a:srgbClr val="111315"/>
                          </a:solidFill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dirty="0" sz="3000" spc="-165">
                          <a:solidFill>
                            <a:srgbClr val="111315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3000" spc="-10">
                          <a:solidFill>
                            <a:srgbClr val="111315"/>
                          </a:solidFill>
                          <a:latin typeface="Times New Roman"/>
                          <a:cs typeface="Times New Roman"/>
                        </a:rPr>
                        <a:t>automatic</a:t>
                      </a:r>
                      <a:r>
                        <a:rPr dirty="0" sz="3000" spc="-114">
                          <a:solidFill>
                            <a:srgbClr val="111315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3000" spc="-10">
                          <a:solidFill>
                            <a:srgbClr val="111315"/>
                          </a:solidFill>
                          <a:latin typeface="Times New Roman"/>
                          <a:cs typeface="Times New Roman"/>
                        </a:rPr>
                        <a:t>recovery</a:t>
                      </a:r>
                      <a:endParaRPr sz="3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4478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5100" marR="189230" indent="6350">
                        <a:lnSpc>
                          <a:spcPts val="3220"/>
                        </a:lnSpc>
                        <a:spcBef>
                          <a:spcPts val="1140"/>
                        </a:spcBef>
                      </a:pPr>
                      <a:r>
                        <a:rPr dirty="0" sz="3000" spc="-70">
                          <a:solidFill>
                            <a:srgbClr val="111315"/>
                          </a:solidFill>
                          <a:latin typeface="Times New Roman"/>
                          <a:cs typeface="Times New Roman"/>
                        </a:rPr>
                        <a:t>Manual</a:t>
                      </a:r>
                      <a:r>
                        <a:rPr dirty="0" sz="3000" spc="15">
                          <a:solidFill>
                            <a:srgbClr val="111315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3000">
                          <a:solidFill>
                            <a:srgbClr val="111315"/>
                          </a:solidFill>
                          <a:latin typeface="Times New Roman"/>
                          <a:cs typeface="Times New Roman"/>
                        </a:rPr>
                        <a:t>checkpointing,</a:t>
                      </a:r>
                      <a:r>
                        <a:rPr dirty="0" sz="3000" spc="-265">
                          <a:solidFill>
                            <a:srgbClr val="111315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3000">
                          <a:solidFill>
                            <a:srgbClr val="111315"/>
                          </a:solidFill>
                          <a:latin typeface="Times New Roman"/>
                          <a:cs typeface="Times New Roman"/>
                        </a:rPr>
                        <a:t>prone</a:t>
                      </a:r>
                      <a:r>
                        <a:rPr dirty="0" sz="3000" spc="-135">
                          <a:solidFill>
                            <a:srgbClr val="111315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3000" spc="-25">
                          <a:solidFill>
                            <a:srgbClr val="111315"/>
                          </a:solidFill>
                          <a:latin typeface="Times New Roman"/>
                          <a:cs typeface="Times New Roman"/>
                        </a:rPr>
                        <a:t>to </a:t>
                      </a:r>
                      <a:r>
                        <a:rPr dirty="0" sz="3000" spc="-10">
                          <a:solidFill>
                            <a:srgbClr val="111315"/>
                          </a:solidFill>
                          <a:latin typeface="Times New Roman"/>
                          <a:cs typeface="Times New Roman"/>
                        </a:rPr>
                        <a:t>data</a:t>
                      </a:r>
                      <a:r>
                        <a:rPr dirty="0" sz="3000" spc="-165">
                          <a:solidFill>
                            <a:srgbClr val="111315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3000" spc="-20">
                          <a:solidFill>
                            <a:srgbClr val="111315"/>
                          </a:solidFill>
                          <a:latin typeface="Times New Roman"/>
                          <a:cs typeface="Times New Roman"/>
                        </a:rPr>
                        <a:t>loss</a:t>
                      </a:r>
                      <a:endParaRPr sz="3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44780">
                    <a:lnL w="28575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059180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575"/>
                        </a:spcBef>
                      </a:pPr>
                      <a:r>
                        <a:rPr dirty="0" sz="2850" spc="-35" b="1">
                          <a:solidFill>
                            <a:srgbClr val="010103"/>
                          </a:solidFill>
                          <a:latin typeface="Arial"/>
                          <a:cs typeface="Arial"/>
                        </a:rPr>
                        <a:t>Orchestration</a:t>
                      </a:r>
                      <a:endParaRPr sz="2850">
                        <a:latin typeface="Arial"/>
                        <a:cs typeface="Arial"/>
                      </a:endParaRPr>
                    </a:p>
                  </a:txBody>
                  <a:tcPr marL="0" marR="0" marB="0" marT="327025"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7160" marR="144780" indent="22860">
                        <a:lnSpc>
                          <a:spcPts val="3120"/>
                        </a:lnSpc>
                        <a:spcBef>
                          <a:spcPts val="1220"/>
                        </a:spcBef>
                      </a:pPr>
                      <a:r>
                        <a:rPr dirty="0" sz="3000" spc="-145" b="1">
                          <a:solidFill>
                            <a:srgbClr val="111315"/>
                          </a:solidFill>
                          <a:latin typeface="Times New Roman"/>
                          <a:cs typeface="Times New Roman"/>
                        </a:rPr>
                        <a:t>Native</a:t>
                      </a:r>
                      <a:r>
                        <a:rPr dirty="0" sz="3000" spc="10" b="1">
                          <a:solidFill>
                            <a:srgbClr val="111315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3000" spc="-75">
                          <a:solidFill>
                            <a:srgbClr val="111315"/>
                          </a:solidFill>
                          <a:latin typeface="Times New Roman"/>
                          <a:cs typeface="Times New Roman"/>
                        </a:rPr>
                        <a:t>multi</a:t>
                      </a:r>
                      <a:r>
                        <a:rPr dirty="0" sz="3000" spc="-75">
                          <a:solidFill>
                            <a:srgbClr val="2B2823"/>
                          </a:solidFill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dirty="0" sz="3000" spc="-80">
                          <a:solidFill>
                            <a:srgbClr val="111315"/>
                          </a:solidFill>
                          <a:latin typeface="Times New Roman"/>
                          <a:cs typeface="Times New Roman"/>
                        </a:rPr>
                        <a:t>agent</a:t>
                      </a:r>
                      <a:r>
                        <a:rPr dirty="0" sz="3000" spc="-155">
                          <a:solidFill>
                            <a:srgbClr val="111315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3000" spc="-120">
                          <a:solidFill>
                            <a:srgbClr val="111315"/>
                          </a:solidFill>
                          <a:latin typeface="Times New Roman"/>
                          <a:cs typeface="Times New Roman"/>
                        </a:rPr>
                        <a:t>workflows</a:t>
                      </a:r>
                      <a:r>
                        <a:rPr dirty="0" sz="3000" spc="-125">
                          <a:solidFill>
                            <a:srgbClr val="111315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3000" spc="-20">
                          <a:solidFill>
                            <a:srgbClr val="111315"/>
                          </a:solidFill>
                          <a:latin typeface="Times New Roman"/>
                          <a:cs typeface="Times New Roman"/>
                        </a:rPr>
                        <a:t>with </a:t>
                      </a:r>
                      <a:r>
                        <a:rPr dirty="0" sz="3000" spc="-10">
                          <a:solidFill>
                            <a:srgbClr val="111315"/>
                          </a:solidFill>
                          <a:latin typeface="Times New Roman"/>
                          <a:cs typeface="Times New Roman"/>
                        </a:rPr>
                        <a:t>'Workflow&lt;State&gt;</a:t>
                      </a:r>
                      <a:r>
                        <a:rPr dirty="0" baseline="10335" sz="3225" spc="-15">
                          <a:solidFill>
                            <a:srgbClr val="111315"/>
                          </a:solidFill>
                          <a:latin typeface="Arial"/>
                          <a:cs typeface="Arial"/>
                        </a:rPr>
                        <a:t>'</a:t>
                      </a:r>
                      <a:endParaRPr baseline="10335" sz="3225">
                        <a:latin typeface="Arial"/>
                        <a:cs typeface="Arial"/>
                      </a:endParaRPr>
                    </a:p>
                  </a:txBody>
                  <a:tcPr marL="0" marR="0" marB="0" marT="15494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4465" marR="865505" indent="-1270">
                        <a:lnSpc>
                          <a:spcPts val="3120"/>
                        </a:lnSpc>
                        <a:spcBef>
                          <a:spcPts val="1220"/>
                        </a:spcBef>
                      </a:pPr>
                      <a:r>
                        <a:rPr dirty="0" sz="3000" spc="-70">
                          <a:solidFill>
                            <a:srgbClr val="111315"/>
                          </a:solidFill>
                          <a:latin typeface="Times New Roman"/>
                          <a:cs typeface="Times New Roman"/>
                        </a:rPr>
                        <a:t>Custom</a:t>
                      </a:r>
                      <a:r>
                        <a:rPr dirty="0" sz="3000" spc="-45">
                          <a:solidFill>
                            <a:srgbClr val="111315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3000">
                          <a:solidFill>
                            <a:srgbClr val="111315"/>
                          </a:solidFill>
                          <a:latin typeface="Times New Roman"/>
                          <a:cs typeface="Times New Roman"/>
                        </a:rPr>
                        <a:t>orche</a:t>
                      </a:r>
                      <a:r>
                        <a:rPr dirty="0" sz="3000">
                          <a:solidFill>
                            <a:srgbClr val="2B2823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dirty="0" sz="3000">
                          <a:solidFill>
                            <a:srgbClr val="111315"/>
                          </a:solidFill>
                          <a:latin typeface="Times New Roman"/>
                          <a:cs typeface="Times New Roman"/>
                        </a:rPr>
                        <a:t>tration</a:t>
                      </a:r>
                      <a:r>
                        <a:rPr dirty="0" sz="3000" spc="-150">
                          <a:solidFill>
                            <a:srgbClr val="111315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3000" spc="-10">
                          <a:solidFill>
                            <a:srgbClr val="111315"/>
                          </a:solidFill>
                          <a:latin typeface="Times New Roman"/>
                          <a:cs typeface="Times New Roman"/>
                        </a:rPr>
                        <a:t>code, </a:t>
                      </a:r>
                      <a:r>
                        <a:rPr dirty="0" sz="3000" spc="-35">
                          <a:solidFill>
                            <a:srgbClr val="111315"/>
                          </a:solidFill>
                          <a:latin typeface="Times New Roman"/>
                          <a:cs typeface="Times New Roman"/>
                        </a:rPr>
                        <a:t>complex</a:t>
                      </a:r>
                      <a:r>
                        <a:rPr dirty="0" sz="3000" spc="10">
                          <a:solidFill>
                            <a:srgbClr val="111315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3000">
                          <a:solidFill>
                            <a:srgbClr val="111315"/>
                          </a:solidFill>
                          <a:latin typeface="Times New Roman"/>
                          <a:cs typeface="Times New Roman"/>
                        </a:rPr>
                        <a:t>error</a:t>
                      </a:r>
                      <a:r>
                        <a:rPr dirty="0" sz="3000" spc="-40">
                          <a:solidFill>
                            <a:srgbClr val="111315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3000" spc="-10">
                          <a:solidFill>
                            <a:srgbClr val="111315"/>
                          </a:solidFill>
                          <a:latin typeface="Times New Roman"/>
                          <a:cs typeface="Times New Roman"/>
                        </a:rPr>
                        <a:t>handling</a:t>
                      </a:r>
                      <a:endParaRPr sz="3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54940">
                    <a:lnL w="28575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059180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2475"/>
                        </a:spcBef>
                      </a:pPr>
                      <a:r>
                        <a:rPr dirty="0" sz="2850" spc="-10" b="1">
                          <a:solidFill>
                            <a:srgbClr val="010103"/>
                          </a:solidFill>
                          <a:latin typeface="Arial"/>
                          <a:cs typeface="Arial"/>
                        </a:rPr>
                        <a:t>Scalability</a:t>
                      </a:r>
                      <a:endParaRPr sz="2850">
                        <a:latin typeface="Arial"/>
                        <a:cs typeface="Arial"/>
                      </a:endParaRPr>
                    </a:p>
                  </a:txBody>
                  <a:tcPr marL="0" marR="0" marB="0" marT="314325"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9385" marR="264160" indent="635">
                        <a:lnSpc>
                          <a:spcPts val="3120"/>
                        </a:lnSpc>
                        <a:spcBef>
                          <a:spcPts val="1220"/>
                        </a:spcBef>
                      </a:pPr>
                      <a:r>
                        <a:rPr dirty="0" sz="3000" spc="-120" b="1">
                          <a:solidFill>
                            <a:srgbClr val="010103"/>
                          </a:solidFill>
                          <a:latin typeface="Times New Roman"/>
                          <a:cs typeface="Times New Roman"/>
                        </a:rPr>
                        <a:t>Distributed</a:t>
                      </a:r>
                      <a:r>
                        <a:rPr dirty="0" sz="3000" spc="-70" b="1">
                          <a:solidFill>
                            <a:srgbClr val="010103"/>
                          </a:solidFill>
                          <a:latin typeface="Times New Roman"/>
                          <a:cs typeface="Times New Roman"/>
                        </a:rPr>
                        <a:t> by</a:t>
                      </a:r>
                      <a:r>
                        <a:rPr dirty="0" sz="3000" spc="-345" b="1">
                          <a:solidFill>
                            <a:srgbClr val="010103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3000" spc="-30" b="1">
                          <a:solidFill>
                            <a:srgbClr val="010103"/>
                          </a:solidFill>
                          <a:latin typeface="Times New Roman"/>
                          <a:cs typeface="Times New Roman"/>
                        </a:rPr>
                        <a:t>design,</a:t>
                      </a:r>
                      <a:r>
                        <a:rPr dirty="0" sz="3000" spc="-35" b="1">
                          <a:solidFill>
                            <a:srgbClr val="010103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3000" spc="-25">
                          <a:solidFill>
                            <a:srgbClr val="111315"/>
                          </a:solidFill>
                          <a:latin typeface="Times New Roman"/>
                          <a:cs typeface="Times New Roman"/>
                        </a:rPr>
                        <a:t>automatic </a:t>
                      </a:r>
                      <a:r>
                        <a:rPr dirty="0" sz="3000" spc="-10">
                          <a:solidFill>
                            <a:srgbClr val="111315"/>
                          </a:solidFill>
                          <a:latin typeface="Times New Roman"/>
                          <a:cs typeface="Times New Roman"/>
                        </a:rPr>
                        <a:t>scaling</a:t>
                      </a:r>
                      <a:endParaRPr sz="3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5494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5260" marR="280035" indent="-3810">
                        <a:lnSpc>
                          <a:spcPts val="3120"/>
                        </a:lnSpc>
                        <a:spcBef>
                          <a:spcPts val="1220"/>
                        </a:spcBef>
                      </a:pPr>
                      <a:r>
                        <a:rPr dirty="0" sz="3000" spc="-55">
                          <a:solidFill>
                            <a:srgbClr val="111315"/>
                          </a:solidFill>
                          <a:latin typeface="Times New Roman"/>
                          <a:cs typeface="Times New Roman"/>
                        </a:rPr>
                        <a:t>Requires</a:t>
                      </a:r>
                      <a:r>
                        <a:rPr dirty="0" sz="3000" spc="-15">
                          <a:solidFill>
                            <a:srgbClr val="111315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3000">
                          <a:solidFill>
                            <a:srgbClr val="111315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dirty="0" sz="3000">
                          <a:solidFill>
                            <a:srgbClr val="2B2823"/>
                          </a:solidFill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dirty="0" sz="3000">
                          <a:solidFill>
                            <a:srgbClr val="111315"/>
                          </a:solidFill>
                          <a:latin typeface="Times New Roman"/>
                          <a:cs typeface="Times New Roman"/>
                        </a:rPr>
                        <a:t>ternal</a:t>
                      </a:r>
                      <a:r>
                        <a:rPr dirty="0" sz="3000" spc="-240">
                          <a:solidFill>
                            <a:srgbClr val="111315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3000" spc="-10">
                          <a:solidFill>
                            <a:srgbClr val="111315"/>
                          </a:solidFill>
                          <a:latin typeface="Times New Roman"/>
                          <a:cs typeface="Times New Roman"/>
                        </a:rPr>
                        <a:t>orchestrators </a:t>
                      </a:r>
                      <a:r>
                        <a:rPr dirty="0" sz="3000" spc="-130">
                          <a:solidFill>
                            <a:srgbClr val="111315"/>
                          </a:solidFill>
                          <a:latin typeface="Times New Roman"/>
                          <a:cs typeface="Times New Roman"/>
                        </a:rPr>
                        <a:t>(Celery,</a:t>
                      </a:r>
                      <a:r>
                        <a:rPr dirty="0" sz="3000" spc="-65">
                          <a:solidFill>
                            <a:srgbClr val="111315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3000" spc="-10">
                          <a:solidFill>
                            <a:srgbClr val="111315"/>
                          </a:solidFill>
                          <a:latin typeface="Times New Roman"/>
                          <a:cs typeface="Times New Roman"/>
                        </a:rPr>
                        <a:t>Airflow)</a:t>
                      </a:r>
                      <a:endParaRPr sz="3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54940">
                    <a:lnL w="28575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059180">
                <a:tc>
                  <a:txBody>
                    <a:bodyPr/>
                    <a:lstStyle/>
                    <a:p>
                      <a:pPr marL="88265">
                        <a:lnSpc>
                          <a:spcPct val="100000"/>
                        </a:lnSpc>
                        <a:spcBef>
                          <a:spcPts val="2475"/>
                        </a:spcBef>
                      </a:pPr>
                      <a:r>
                        <a:rPr dirty="0" sz="2850" spc="-50" b="1">
                          <a:solidFill>
                            <a:srgbClr val="010103"/>
                          </a:solidFill>
                          <a:latin typeface="Arial"/>
                          <a:cs typeface="Arial"/>
                        </a:rPr>
                        <a:t>Multi-</a:t>
                      </a:r>
                      <a:r>
                        <a:rPr dirty="0" sz="2850" spc="-10" b="1">
                          <a:solidFill>
                            <a:srgbClr val="010103"/>
                          </a:solidFill>
                          <a:latin typeface="Arial"/>
                          <a:cs typeface="Arial"/>
                        </a:rPr>
                        <a:t>Modal</a:t>
                      </a:r>
                      <a:endParaRPr sz="2850">
                        <a:latin typeface="Arial"/>
                        <a:cs typeface="Arial"/>
                      </a:endParaRPr>
                    </a:p>
                  </a:txBody>
                  <a:tcPr marL="0" marR="0" marB="0" marT="314325"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6370" marR="360045" indent="2540">
                        <a:lnSpc>
                          <a:spcPts val="3120"/>
                        </a:lnSpc>
                        <a:spcBef>
                          <a:spcPts val="1220"/>
                        </a:spcBef>
                      </a:pPr>
                      <a:r>
                        <a:rPr dirty="0" sz="3000" spc="-95" b="1">
                          <a:solidFill>
                            <a:srgbClr val="010103"/>
                          </a:solidFill>
                          <a:latin typeface="Times New Roman"/>
                          <a:cs typeface="Times New Roman"/>
                        </a:rPr>
                        <a:t>First-class</a:t>
                      </a:r>
                      <a:r>
                        <a:rPr dirty="0" sz="3000" spc="-200" b="1">
                          <a:solidFill>
                            <a:srgbClr val="010103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3000" spc="-90" b="1">
                          <a:solidFill>
                            <a:srgbClr val="111315"/>
                          </a:solidFill>
                          <a:latin typeface="Times New Roman"/>
                          <a:cs typeface="Times New Roman"/>
                        </a:rPr>
                        <a:t>support</a:t>
                      </a:r>
                      <a:r>
                        <a:rPr dirty="0" sz="3000" spc="-100" b="1">
                          <a:solidFill>
                            <a:srgbClr val="111315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3000">
                          <a:solidFill>
                            <a:srgbClr val="111315"/>
                          </a:solidFill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dirty="0" sz="3000" spc="-155">
                          <a:solidFill>
                            <a:srgbClr val="111315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3000" spc="45">
                          <a:solidFill>
                            <a:srgbClr val="111315"/>
                          </a:solidFill>
                          <a:latin typeface="Times New Roman"/>
                          <a:cs typeface="Times New Roman"/>
                        </a:rPr>
                        <a:t>text+ </a:t>
                      </a:r>
                      <a:r>
                        <a:rPr dirty="0" sz="3000" spc="-65">
                          <a:solidFill>
                            <a:srgbClr val="111315"/>
                          </a:solidFill>
                          <a:latin typeface="Times New Roman"/>
                          <a:cs typeface="Times New Roman"/>
                        </a:rPr>
                        <a:t>image</a:t>
                      </a:r>
                      <a:r>
                        <a:rPr dirty="0" sz="3000" spc="-100">
                          <a:solidFill>
                            <a:srgbClr val="111315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3000" spc="-10">
                          <a:solidFill>
                            <a:srgbClr val="111315"/>
                          </a:solidFill>
                          <a:latin typeface="Times New Roman"/>
                          <a:cs typeface="Times New Roman"/>
                        </a:rPr>
                        <a:t>(ImageMessageContent)</a:t>
                      </a:r>
                      <a:endParaRPr sz="3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5494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6370" marR="2170430" indent="3810">
                        <a:lnSpc>
                          <a:spcPts val="3220"/>
                        </a:lnSpc>
                        <a:spcBef>
                          <a:spcPts val="1140"/>
                        </a:spcBef>
                      </a:pPr>
                      <a:r>
                        <a:rPr dirty="0" sz="3000" spc="-25">
                          <a:solidFill>
                            <a:srgbClr val="111315"/>
                          </a:solidFill>
                          <a:latin typeface="Times New Roman"/>
                          <a:cs typeface="Times New Roman"/>
                        </a:rPr>
                        <a:t>Library-dependent </a:t>
                      </a:r>
                      <a:r>
                        <a:rPr dirty="0" sz="3000" spc="-10">
                          <a:solidFill>
                            <a:srgbClr val="111315"/>
                          </a:solidFill>
                          <a:latin typeface="Times New Roman"/>
                          <a:cs typeface="Times New Roman"/>
                        </a:rPr>
                        <a:t>implementations</a:t>
                      </a:r>
                      <a:endParaRPr sz="3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44780">
                    <a:lnL w="28575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071880">
                <a:tc>
                  <a:txBody>
                    <a:bodyPr/>
                    <a:lstStyle/>
                    <a:p>
                      <a:pPr marL="87630">
                        <a:lnSpc>
                          <a:spcPct val="100000"/>
                        </a:lnSpc>
                        <a:spcBef>
                          <a:spcPts val="2475"/>
                        </a:spcBef>
                      </a:pPr>
                      <a:r>
                        <a:rPr dirty="0" sz="2850" spc="-10" b="1">
                          <a:solidFill>
                            <a:srgbClr val="010103"/>
                          </a:solidFill>
                          <a:latin typeface="Arial"/>
                          <a:cs typeface="Arial"/>
                        </a:rPr>
                        <a:t>Reliability</a:t>
                      </a:r>
                      <a:endParaRPr sz="2850">
                        <a:latin typeface="Arial"/>
                        <a:cs typeface="Arial"/>
                      </a:endParaRPr>
                    </a:p>
                  </a:txBody>
                  <a:tcPr marL="0" marR="0" marB="0" marT="314325"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9385" marR="462915" indent="2540">
                        <a:lnSpc>
                          <a:spcPts val="3220"/>
                        </a:lnSpc>
                        <a:spcBef>
                          <a:spcPts val="1140"/>
                        </a:spcBef>
                      </a:pPr>
                      <a:r>
                        <a:rPr dirty="0" sz="3000" spc="-150">
                          <a:solidFill>
                            <a:srgbClr val="111315"/>
                          </a:solidFill>
                          <a:latin typeface="Times New Roman"/>
                          <a:cs typeface="Times New Roman"/>
                        </a:rPr>
                        <a:t>Akka's</a:t>
                      </a:r>
                      <a:r>
                        <a:rPr dirty="0" sz="3000" spc="-225">
                          <a:solidFill>
                            <a:srgbClr val="111315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3000" spc="-85" b="1">
                          <a:solidFill>
                            <a:srgbClr val="010103"/>
                          </a:solidFill>
                          <a:latin typeface="Times New Roman"/>
                          <a:cs typeface="Times New Roman"/>
                        </a:rPr>
                        <a:t>proven</a:t>
                      </a:r>
                      <a:r>
                        <a:rPr dirty="0" sz="3000" spc="-345" b="1">
                          <a:solidFill>
                            <a:srgbClr val="010103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3000" spc="-50" b="1">
                          <a:solidFill>
                            <a:srgbClr val="010103"/>
                          </a:solidFill>
                          <a:latin typeface="Times New Roman"/>
                          <a:cs typeface="Times New Roman"/>
                        </a:rPr>
                        <a:t>actor</a:t>
                      </a:r>
                      <a:r>
                        <a:rPr dirty="0" sz="3000" spc="-345" b="1">
                          <a:solidFill>
                            <a:srgbClr val="010103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3000" spc="-60" b="1">
                          <a:solidFill>
                            <a:srgbClr val="010103"/>
                          </a:solidFill>
                          <a:latin typeface="Times New Roman"/>
                          <a:cs typeface="Times New Roman"/>
                        </a:rPr>
                        <a:t>model</a:t>
                      </a:r>
                      <a:r>
                        <a:rPr dirty="0" sz="3000" spc="-95" b="1">
                          <a:solidFill>
                            <a:srgbClr val="010103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3000" spc="-30">
                          <a:solidFill>
                            <a:srgbClr val="111315"/>
                          </a:solidFill>
                          <a:latin typeface="Times New Roman"/>
                          <a:cs typeface="Times New Roman"/>
                        </a:rPr>
                        <a:t>with </a:t>
                      </a:r>
                      <a:r>
                        <a:rPr dirty="0" sz="3000" spc="-130">
                          <a:solidFill>
                            <a:srgbClr val="111315"/>
                          </a:solidFill>
                          <a:latin typeface="Times New Roman"/>
                          <a:cs typeface="Times New Roman"/>
                        </a:rPr>
                        <a:t>superv</a:t>
                      </a:r>
                      <a:r>
                        <a:rPr dirty="0" sz="3000" spc="-480">
                          <a:solidFill>
                            <a:srgbClr val="111315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dirty="0" baseline="48611" sz="2400" spc="-585">
                          <a:solidFill>
                            <a:srgbClr val="111315"/>
                          </a:solidFill>
                          <a:latin typeface="Times New Roman"/>
                          <a:cs typeface="Times New Roman"/>
                        </a:rPr>
                        <a:t>•</a:t>
                      </a:r>
                      <a:r>
                        <a:rPr dirty="0" sz="3000" spc="-130">
                          <a:solidFill>
                            <a:srgbClr val="111315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dirty="0" sz="3000" spc="-985">
                          <a:solidFill>
                            <a:srgbClr val="111315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dirty="0" baseline="48611" sz="2400" spc="-195">
                          <a:solidFill>
                            <a:srgbClr val="111315"/>
                          </a:solidFill>
                          <a:latin typeface="Times New Roman"/>
                          <a:cs typeface="Times New Roman"/>
                        </a:rPr>
                        <a:t>•</a:t>
                      </a:r>
                      <a:r>
                        <a:rPr dirty="0" baseline="48611" sz="2400" spc="-165">
                          <a:solidFill>
                            <a:srgbClr val="111315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3000" spc="-35">
                          <a:solidFill>
                            <a:srgbClr val="111315"/>
                          </a:solidFill>
                          <a:latin typeface="Times New Roman"/>
                          <a:cs typeface="Times New Roman"/>
                        </a:rPr>
                        <a:t>on</a:t>
                      </a:r>
                      <a:endParaRPr sz="3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4478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2560" marR="628650" indent="-3175">
                        <a:lnSpc>
                          <a:spcPts val="3120"/>
                        </a:lnSpc>
                        <a:spcBef>
                          <a:spcPts val="1320"/>
                        </a:spcBef>
                      </a:pPr>
                      <a:r>
                        <a:rPr dirty="0" sz="3000" spc="-25">
                          <a:solidFill>
                            <a:srgbClr val="111315"/>
                          </a:solidFill>
                          <a:latin typeface="Times New Roman"/>
                          <a:cs typeface="Times New Roman"/>
                        </a:rPr>
                        <a:t>Manual</a:t>
                      </a:r>
                      <a:r>
                        <a:rPr dirty="0" sz="3000" spc="-75">
                          <a:solidFill>
                            <a:srgbClr val="111315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3000">
                          <a:solidFill>
                            <a:srgbClr val="111315"/>
                          </a:solidFill>
                          <a:latin typeface="Times New Roman"/>
                          <a:cs typeface="Times New Roman"/>
                        </a:rPr>
                        <a:t>retry</a:t>
                      </a:r>
                      <a:r>
                        <a:rPr dirty="0" sz="3000" spc="-245">
                          <a:solidFill>
                            <a:srgbClr val="111315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3000" spc="-55">
                          <a:solidFill>
                            <a:srgbClr val="111315"/>
                          </a:solidFill>
                          <a:latin typeface="Times New Roman"/>
                          <a:cs typeface="Times New Roman"/>
                        </a:rPr>
                        <a:t>logic,</a:t>
                      </a:r>
                      <a:r>
                        <a:rPr dirty="0" sz="3000" spc="-114">
                          <a:solidFill>
                            <a:srgbClr val="111315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3000" spc="-45">
                          <a:solidFill>
                            <a:srgbClr val="111315"/>
                          </a:solidFill>
                          <a:latin typeface="Times New Roman"/>
                          <a:cs typeface="Times New Roman"/>
                        </a:rPr>
                        <a:t>exception </a:t>
                      </a:r>
                      <a:r>
                        <a:rPr dirty="0" sz="3000" spc="-10">
                          <a:solidFill>
                            <a:srgbClr val="010103"/>
                          </a:solidFill>
                          <a:latin typeface="Times New Roman"/>
                          <a:cs typeface="Times New Roman"/>
                        </a:rPr>
                        <a:t>handling</a:t>
                      </a:r>
                      <a:endParaRPr sz="3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67640">
                    <a:lnL w="28575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008380">
                <a:tc>
                  <a:txBody>
                    <a:bodyPr/>
                    <a:lstStyle/>
                    <a:p>
                      <a:pPr marL="87630">
                        <a:lnSpc>
                          <a:spcPct val="100000"/>
                        </a:lnSpc>
                        <a:spcBef>
                          <a:spcPts val="2475"/>
                        </a:spcBef>
                      </a:pPr>
                      <a:r>
                        <a:rPr dirty="0" sz="2850" spc="-10" b="1">
                          <a:solidFill>
                            <a:srgbClr val="010103"/>
                          </a:solidFill>
                          <a:latin typeface="Arial"/>
                          <a:cs typeface="Arial"/>
                        </a:rPr>
                        <a:t>Enterprise</a:t>
                      </a:r>
                      <a:endParaRPr sz="2850">
                        <a:latin typeface="Arial"/>
                        <a:cs typeface="Arial"/>
                      </a:endParaRPr>
                    </a:p>
                  </a:txBody>
                  <a:tcPr marL="0" marR="0" marB="0" marT="314325"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64465" marR="2023110" indent="-2540">
                        <a:lnSpc>
                          <a:spcPts val="3120"/>
                        </a:lnSpc>
                        <a:spcBef>
                          <a:spcPts val="1220"/>
                        </a:spcBef>
                      </a:pPr>
                      <a:r>
                        <a:rPr dirty="0" sz="3000" spc="-100">
                          <a:solidFill>
                            <a:srgbClr val="111315"/>
                          </a:solidFill>
                          <a:latin typeface="Times New Roman"/>
                          <a:cs typeface="Times New Roman"/>
                        </a:rPr>
                        <a:t>Azure</a:t>
                      </a:r>
                      <a:r>
                        <a:rPr dirty="0" sz="3000" spc="-200">
                          <a:solidFill>
                            <a:srgbClr val="111315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3000" spc="-204">
                          <a:solidFill>
                            <a:srgbClr val="111315"/>
                          </a:solidFill>
                          <a:latin typeface="Times New Roman"/>
                          <a:cs typeface="Times New Roman"/>
                        </a:rPr>
                        <a:t>APIM,</a:t>
                      </a:r>
                      <a:r>
                        <a:rPr dirty="0" sz="3000" spc="-50">
                          <a:solidFill>
                            <a:srgbClr val="111315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3000" spc="-55">
                          <a:solidFill>
                            <a:srgbClr val="111315"/>
                          </a:solidFill>
                          <a:latin typeface="Times New Roman"/>
                          <a:cs typeface="Times New Roman"/>
                        </a:rPr>
                        <a:t>0Auth2, </a:t>
                      </a:r>
                      <a:r>
                        <a:rPr dirty="0" sz="3000" spc="-50">
                          <a:solidFill>
                            <a:srgbClr val="111315"/>
                          </a:solidFill>
                          <a:latin typeface="Times New Roman"/>
                          <a:cs typeface="Times New Roman"/>
                        </a:rPr>
                        <a:t>ob</a:t>
                      </a:r>
                      <a:r>
                        <a:rPr dirty="0" sz="3000" spc="-50">
                          <a:solidFill>
                            <a:srgbClr val="2B2823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dirty="0" sz="3000" spc="-50">
                          <a:solidFill>
                            <a:srgbClr val="111315"/>
                          </a:solidFill>
                          <a:latin typeface="Times New Roman"/>
                          <a:cs typeface="Times New Roman"/>
                        </a:rPr>
                        <a:t>ervability</a:t>
                      </a:r>
                      <a:r>
                        <a:rPr dirty="0" sz="3000" spc="-200">
                          <a:solidFill>
                            <a:srgbClr val="111315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3000" spc="-75" b="1">
                          <a:solidFill>
                            <a:srgbClr val="010103"/>
                          </a:solidFill>
                          <a:latin typeface="Times New Roman"/>
                          <a:cs typeface="Times New Roman"/>
                        </a:rPr>
                        <a:t>built-</a:t>
                      </a:r>
                      <a:r>
                        <a:rPr dirty="0" sz="3000" spc="-25" b="1">
                          <a:solidFill>
                            <a:srgbClr val="010103"/>
                          </a:solidFill>
                          <a:latin typeface="Times New Roman"/>
                          <a:cs typeface="Times New Roman"/>
                        </a:rPr>
                        <a:t>in</a:t>
                      </a:r>
                      <a:endParaRPr sz="3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5494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54305">
                        <a:lnSpc>
                          <a:spcPct val="100000"/>
                        </a:lnSpc>
                        <a:spcBef>
                          <a:spcPts val="2225"/>
                        </a:spcBef>
                      </a:pPr>
                      <a:r>
                        <a:rPr dirty="0" sz="3000" spc="-50">
                          <a:solidFill>
                            <a:srgbClr val="111315"/>
                          </a:solidFill>
                          <a:latin typeface="Times New Roman"/>
                          <a:cs typeface="Times New Roman"/>
                        </a:rPr>
                        <a:t>Significant</a:t>
                      </a:r>
                      <a:r>
                        <a:rPr dirty="0" sz="3000" spc="-90">
                          <a:solidFill>
                            <a:srgbClr val="111315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3000">
                          <a:solidFill>
                            <a:srgbClr val="111315"/>
                          </a:solidFill>
                          <a:latin typeface="Times New Roman"/>
                          <a:cs typeface="Times New Roman"/>
                        </a:rPr>
                        <a:t>integration</a:t>
                      </a:r>
                      <a:r>
                        <a:rPr dirty="0" sz="3000" spc="-165">
                          <a:solidFill>
                            <a:srgbClr val="111315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3000" spc="-10">
                          <a:solidFill>
                            <a:srgbClr val="111315"/>
                          </a:solidFill>
                          <a:latin typeface="Times New Roman"/>
                          <a:cs typeface="Times New Roman"/>
                        </a:rPr>
                        <a:t>overhead</a:t>
                      </a:r>
                      <a:endParaRPr sz="3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82575">
                    <a:lnL w="28575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714507" y="389699"/>
            <a:ext cx="15260955" cy="1585595"/>
          </a:xfrm>
          <a:prstGeom prst="rect"/>
        </p:spPr>
        <p:txBody>
          <a:bodyPr wrap="square" lIns="0" tIns="102870" rIns="0" bIns="0" rtlCol="0" vert="horz">
            <a:spAutoFit/>
          </a:bodyPr>
          <a:lstStyle/>
          <a:p>
            <a:pPr marL="36830" marR="5080" indent="-24765">
              <a:lnSpc>
                <a:spcPts val="5830"/>
              </a:lnSpc>
              <a:spcBef>
                <a:spcPts val="810"/>
              </a:spcBef>
            </a:pPr>
            <a:r>
              <a:rPr dirty="0" sz="5350" spc="-145">
                <a:solidFill>
                  <a:srgbClr val="2B2823"/>
                </a:solidFill>
              </a:rPr>
              <a:t>Under</a:t>
            </a:r>
            <a:r>
              <a:rPr dirty="0" sz="5350" spc="-130">
                <a:solidFill>
                  <a:srgbClr val="2B2823"/>
                </a:solidFill>
              </a:rPr>
              <a:t> </a:t>
            </a:r>
            <a:r>
              <a:rPr dirty="0" sz="5350" spc="-10">
                <a:solidFill>
                  <a:srgbClr val="2B2823"/>
                </a:solidFill>
              </a:rPr>
              <a:t>the</a:t>
            </a:r>
            <a:r>
              <a:rPr dirty="0" sz="5350" spc="-505">
                <a:solidFill>
                  <a:srgbClr val="2B2823"/>
                </a:solidFill>
              </a:rPr>
              <a:t> </a:t>
            </a:r>
            <a:r>
              <a:rPr dirty="0" sz="5350" spc="-130">
                <a:solidFill>
                  <a:srgbClr val="2B2823"/>
                </a:solidFill>
              </a:rPr>
              <a:t>Hood:</a:t>
            </a:r>
            <a:r>
              <a:rPr dirty="0" sz="5350" spc="-610">
                <a:solidFill>
                  <a:srgbClr val="2B2823"/>
                </a:solidFill>
              </a:rPr>
              <a:t> </a:t>
            </a:r>
            <a:r>
              <a:rPr dirty="0" sz="5350" spc="-265">
                <a:solidFill>
                  <a:srgbClr val="2B2823"/>
                </a:solidFill>
              </a:rPr>
              <a:t>Key</a:t>
            </a:r>
            <a:r>
              <a:rPr dirty="0" sz="5350" spc="-310">
                <a:solidFill>
                  <a:srgbClr val="2B2823"/>
                </a:solidFill>
              </a:rPr>
              <a:t> </a:t>
            </a:r>
            <a:r>
              <a:rPr dirty="0" sz="5350" spc="-175">
                <a:solidFill>
                  <a:srgbClr val="2B2823"/>
                </a:solidFill>
              </a:rPr>
              <a:t>Technical</a:t>
            </a:r>
            <a:r>
              <a:rPr dirty="0" sz="5350" spc="-204">
                <a:solidFill>
                  <a:srgbClr val="2B2823"/>
                </a:solidFill>
              </a:rPr>
              <a:t> </a:t>
            </a:r>
            <a:r>
              <a:rPr dirty="0" sz="5350" spc="-135">
                <a:solidFill>
                  <a:srgbClr val="2B2823"/>
                </a:solidFill>
              </a:rPr>
              <a:t>Advantages</a:t>
            </a:r>
            <a:r>
              <a:rPr dirty="0" sz="5350" spc="-285">
                <a:solidFill>
                  <a:srgbClr val="2B2823"/>
                </a:solidFill>
              </a:rPr>
              <a:t> </a:t>
            </a:r>
            <a:r>
              <a:rPr dirty="0" sz="5350" spc="-110">
                <a:solidFill>
                  <a:srgbClr val="2B2823"/>
                </a:solidFill>
              </a:rPr>
              <a:t>of</a:t>
            </a:r>
            <a:r>
              <a:rPr dirty="0" sz="5350" spc="-375">
                <a:solidFill>
                  <a:srgbClr val="2B2823"/>
                </a:solidFill>
              </a:rPr>
              <a:t> </a:t>
            </a:r>
            <a:r>
              <a:rPr dirty="0" sz="5350" spc="-25">
                <a:solidFill>
                  <a:srgbClr val="2B2823"/>
                </a:solidFill>
              </a:rPr>
              <a:t>the </a:t>
            </a:r>
            <a:r>
              <a:rPr dirty="0" sz="5350" spc="-10">
                <a:solidFill>
                  <a:srgbClr val="2B2823"/>
                </a:solidFill>
              </a:rPr>
              <a:t>AkkaSDK</a:t>
            </a:r>
            <a:endParaRPr sz="535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5000" spc="-130"/>
              <a:t>Akka</a:t>
            </a:r>
            <a:r>
              <a:rPr dirty="0" sz="5000" spc="-480"/>
              <a:t> </a:t>
            </a:r>
            <a:r>
              <a:rPr dirty="0" sz="5000" spc="-204"/>
              <a:t>IDP</a:t>
            </a:r>
            <a:r>
              <a:rPr dirty="0" sz="5000" spc="-635"/>
              <a:t> </a:t>
            </a:r>
            <a:r>
              <a:rPr dirty="0" sz="5000" spc="-30"/>
              <a:t>is</a:t>
            </a:r>
            <a:r>
              <a:rPr dirty="0" sz="5000" spc="-600"/>
              <a:t> </a:t>
            </a:r>
            <a:r>
              <a:rPr dirty="0" sz="5000" spc="-155"/>
              <a:t>Both</a:t>
            </a:r>
            <a:r>
              <a:rPr dirty="0" sz="5000" spc="-380"/>
              <a:t> </a:t>
            </a:r>
            <a:r>
              <a:rPr dirty="0" sz="5000"/>
              <a:t>a</a:t>
            </a:r>
            <a:r>
              <a:rPr dirty="0" sz="5000" spc="-365"/>
              <a:t> </a:t>
            </a:r>
            <a:r>
              <a:rPr dirty="0" sz="5000" spc="-155"/>
              <a:t>Solution</a:t>
            </a:r>
            <a:r>
              <a:rPr dirty="0" sz="5000" spc="-150"/>
              <a:t> </a:t>
            </a:r>
            <a:r>
              <a:rPr dirty="0" sz="5000" spc="-190"/>
              <a:t>AND</a:t>
            </a:r>
            <a:r>
              <a:rPr dirty="0" sz="5000" spc="-335"/>
              <a:t> </a:t>
            </a:r>
            <a:r>
              <a:rPr dirty="0" sz="5000"/>
              <a:t>a</a:t>
            </a:r>
            <a:r>
              <a:rPr dirty="0" sz="5000" spc="-465"/>
              <a:t> </a:t>
            </a:r>
            <a:r>
              <a:rPr dirty="0" sz="5000" spc="-175"/>
              <a:t>Reusable</a:t>
            </a:r>
            <a:r>
              <a:rPr dirty="0" sz="5000" spc="-150"/>
              <a:t> </a:t>
            </a:r>
            <a:r>
              <a:rPr dirty="0" sz="5000" spc="-60"/>
              <a:t>Framework</a:t>
            </a:r>
            <a:endParaRPr sz="5000"/>
          </a:p>
        </p:txBody>
      </p:sp>
      <p:sp>
        <p:nvSpPr>
          <p:cNvPr id="3" name="object 3"/>
          <p:cNvSpPr/>
          <p:nvPr/>
        </p:nvSpPr>
        <p:spPr>
          <a:xfrm>
            <a:off x="1141005" y="2499193"/>
            <a:ext cx="3070225" cy="575945"/>
          </a:xfrm>
          <a:custGeom>
            <a:avLst/>
            <a:gdLst/>
            <a:ahLst/>
            <a:cxnLst/>
            <a:rect l="l" t="t" r="r" b="b"/>
            <a:pathLst>
              <a:path w="3070225" h="575944">
                <a:moveTo>
                  <a:pt x="3069597" y="575906"/>
                </a:moveTo>
                <a:lnTo>
                  <a:pt x="0" y="575906"/>
                </a:lnTo>
                <a:lnTo>
                  <a:pt x="0" y="0"/>
                </a:lnTo>
                <a:lnTo>
                  <a:pt x="3069597" y="0"/>
                </a:lnTo>
                <a:lnTo>
                  <a:pt x="3069597" y="575906"/>
                </a:lnTo>
                <a:close/>
              </a:path>
            </a:pathLst>
          </a:custGeom>
          <a:solidFill>
            <a:srgbClr val="2D4F7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128304" y="2508879"/>
            <a:ext cx="3133725" cy="50800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3150" spc="185" b="1">
                <a:solidFill>
                  <a:srgbClr val="EFFBFD"/>
                </a:solidFill>
                <a:latin typeface="Arial"/>
                <a:cs typeface="Arial"/>
              </a:rPr>
              <a:t>'akka-</a:t>
            </a:r>
            <a:r>
              <a:rPr dirty="0" sz="3150" spc="180" b="1">
                <a:solidFill>
                  <a:srgbClr val="EFFBFD"/>
                </a:solidFill>
                <a:latin typeface="Arial"/>
                <a:cs typeface="Arial"/>
              </a:rPr>
              <a:t>idp-</a:t>
            </a:r>
            <a:r>
              <a:rPr dirty="0" sz="3150" spc="165" b="1">
                <a:solidFill>
                  <a:srgbClr val="EFFBFD"/>
                </a:solidFill>
                <a:latin typeface="Arial"/>
                <a:cs typeface="Arial"/>
              </a:rPr>
              <a:t>sdk/'</a:t>
            </a:r>
            <a:endParaRPr sz="315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138196" y="2946008"/>
            <a:ext cx="5213985" cy="575945"/>
          </a:xfrm>
          <a:custGeom>
            <a:avLst/>
            <a:gdLst/>
            <a:ahLst/>
            <a:cxnLst/>
            <a:rect l="l" t="t" r="r" b="b"/>
            <a:pathLst>
              <a:path w="5213985" h="575945">
                <a:moveTo>
                  <a:pt x="5213711" y="575906"/>
                </a:moveTo>
                <a:lnTo>
                  <a:pt x="0" y="575906"/>
                </a:lnTo>
                <a:lnTo>
                  <a:pt x="0" y="0"/>
                </a:lnTo>
                <a:lnTo>
                  <a:pt x="5213711" y="0"/>
                </a:lnTo>
                <a:lnTo>
                  <a:pt x="5213711" y="575906"/>
                </a:lnTo>
                <a:close/>
              </a:path>
            </a:pathLst>
          </a:custGeom>
          <a:solidFill>
            <a:srgbClr val="2D4F7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125496" y="2955693"/>
            <a:ext cx="5263515" cy="50800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3150" spc="95" b="1">
                <a:solidFill>
                  <a:srgbClr val="EFFBFD"/>
                </a:solidFill>
                <a:latin typeface="Arial"/>
                <a:cs typeface="Arial"/>
              </a:rPr>
              <a:t>(The</a:t>
            </a:r>
            <a:r>
              <a:rPr dirty="0" sz="3150" spc="-150" b="1">
                <a:solidFill>
                  <a:srgbClr val="EFFBFD"/>
                </a:solidFill>
                <a:latin typeface="Arial"/>
                <a:cs typeface="Arial"/>
              </a:rPr>
              <a:t> </a:t>
            </a:r>
            <a:r>
              <a:rPr dirty="0" sz="3150" b="1">
                <a:solidFill>
                  <a:srgbClr val="EFFBFD"/>
                </a:solidFill>
                <a:latin typeface="Arial"/>
                <a:cs typeface="Arial"/>
              </a:rPr>
              <a:t>Reusable</a:t>
            </a:r>
            <a:r>
              <a:rPr dirty="0" sz="3150" spc="45" b="1">
                <a:solidFill>
                  <a:srgbClr val="EFFBFD"/>
                </a:solidFill>
                <a:latin typeface="Arial"/>
                <a:cs typeface="Arial"/>
              </a:rPr>
              <a:t> </a:t>
            </a:r>
            <a:r>
              <a:rPr dirty="0" sz="3150" spc="-10" b="1">
                <a:solidFill>
                  <a:srgbClr val="EFFBFD"/>
                </a:solidFill>
                <a:latin typeface="Arial"/>
                <a:cs typeface="Arial"/>
              </a:rPr>
              <a:t>Framework)</a:t>
            </a:r>
            <a:endParaRPr sz="31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77171" y="3698045"/>
            <a:ext cx="369570" cy="584835"/>
          </a:xfrm>
          <a:prstGeom prst="rect">
            <a:avLst/>
          </a:prstGeom>
          <a:solidFill>
            <a:srgbClr val="2D4F72"/>
          </a:solidFill>
        </p:spPr>
        <p:txBody>
          <a:bodyPr wrap="square" lIns="0" tIns="1905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50"/>
              </a:spcBef>
            </a:pPr>
            <a:r>
              <a:rPr dirty="0" sz="3400" spc="20">
                <a:solidFill>
                  <a:srgbClr val="D6EBF4"/>
                </a:solidFill>
                <a:latin typeface="Times New Roman"/>
                <a:cs typeface="Times New Roman"/>
              </a:rPr>
              <a:t>D</a:t>
            </a:r>
            <a:endParaRPr sz="3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693628" y="3758235"/>
            <a:ext cx="4625975" cy="3693795"/>
          </a:xfrm>
          <a:prstGeom prst="rect">
            <a:avLst/>
          </a:prstGeom>
          <a:solidFill>
            <a:srgbClr val="2D4F72"/>
          </a:solidFill>
        </p:spPr>
        <p:txBody>
          <a:bodyPr wrap="square" lIns="0" tIns="9525" rIns="0" bIns="0" rtlCol="0" vert="horz">
            <a:spAutoFit/>
          </a:bodyPr>
          <a:lstStyle/>
          <a:p>
            <a:pPr marL="12065" marR="30480">
              <a:lnSpc>
                <a:spcPts val="3310"/>
              </a:lnSpc>
              <a:spcBef>
                <a:spcPts val="75"/>
              </a:spcBef>
            </a:pPr>
            <a:r>
              <a:rPr dirty="0" sz="3000" spc="-375">
                <a:solidFill>
                  <a:srgbClr val="D6EBF4"/>
                </a:solidFill>
                <a:latin typeface="Courier New"/>
                <a:cs typeface="Courier New"/>
              </a:rPr>
              <a:t>agents/</a:t>
            </a:r>
            <a:endParaRPr sz="3000">
              <a:latin typeface="Courier New"/>
              <a:cs typeface="Courier New"/>
            </a:endParaRPr>
          </a:p>
          <a:p>
            <a:pPr marR="30480">
              <a:lnSpc>
                <a:spcPts val="3190"/>
              </a:lnSpc>
            </a:pPr>
            <a:r>
              <a:rPr dirty="0" sz="2900" spc="-350">
                <a:solidFill>
                  <a:srgbClr val="D6EBF4"/>
                </a:solidFill>
                <a:latin typeface="Courier New"/>
                <a:cs typeface="Courier New"/>
              </a:rPr>
              <a:t>7</a:t>
            </a:r>
            <a:r>
              <a:rPr dirty="0" sz="2900" spc="-375">
                <a:solidFill>
                  <a:srgbClr val="D6EBF4"/>
                </a:solidFill>
                <a:latin typeface="Courier New"/>
                <a:cs typeface="Courier New"/>
              </a:rPr>
              <a:t> </a:t>
            </a:r>
            <a:r>
              <a:rPr dirty="0" sz="2900" spc="-425">
                <a:solidFill>
                  <a:srgbClr val="D6EBF4"/>
                </a:solidFill>
                <a:latin typeface="Courier New"/>
                <a:cs typeface="Courier New"/>
              </a:rPr>
              <a:t>Pre-built</a:t>
            </a:r>
            <a:r>
              <a:rPr dirty="0" sz="2900" spc="-110">
                <a:solidFill>
                  <a:srgbClr val="D6EBF4"/>
                </a:solidFill>
                <a:latin typeface="Courier New"/>
                <a:cs typeface="Courier New"/>
              </a:rPr>
              <a:t> </a:t>
            </a:r>
            <a:r>
              <a:rPr dirty="0" sz="2900" spc="-335">
                <a:solidFill>
                  <a:srgbClr val="D6EBF4"/>
                </a:solidFill>
                <a:latin typeface="Courier New"/>
                <a:cs typeface="Courier New"/>
              </a:rPr>
              <a:t>AI</a:t>
            </a:r>
            <a:r>
              <a:rPr dirty="0" sz="2900" spc="-550">
                <a:solidFill>
                  <a:srgbClr val="D6EBF4"/>
                </a:solidFill>
                <a:latin typeface="Courier New"/>
                <a:cs typeface="Courier New"/>
              </a:rPr>
              <a:t> </a:t>
            </a:r>
            <a:r>
              <a:rPr dirty="0" sz="2900" spc="-415">
                <a:solidFill>
                  <a:srgbClr val="D6EBF4"/>
                </a:solidFill>
                <a:latin typeface="Courier New"/>
                <a:cs typeface="Courier New"/>
              </a:rPr>
              <a:t>Agents</a:t>
            </a:r>
            <a:endParaRPr sz="2900">
              <a:latin typeface="Courier New"/>
              <a:cs typeface="Courier New"/>
            </a:endParaRPr>
          </a:p>
          <a:p>
            <a:pPr marL="12065" marR="30480">
              <a:lnSpc>
                <a:spcPts val="3360"/>
              </a:lnSpc>
              <a:spcBef>
                <a:spcPts val="445"/>
              </a:spcBef>
            </a:pPr>
            <a:r>
              <a:rPr dirty="0" sz="3000" spc="-375">
                <a:solidFill>
                  <a:srgbClr val="EFFBFD"/>
                </a:solidFill>
                <a:latin typeface="Courier New"/>
                <a:cs typeface="Courier New"/>
              </a:rPr>
              <a:t>workflow/</a:t>
            </a:r>
            <a:endParaRPr sz="3000">
              <a:latin typeface="Courier New"/>
              <a:cs typeface="Courier New"/>
            </a:endParaRPr>
          </a:p>
          <a:p>
            <a:pPr marL="9525">
              <a:lnSpc>
                <a:spcPts val="3240"/>
              </a:lnSpc>
            </a:pPr>
            <a:r>
              <a:rPr dirty="0" sz="2900" spc="-405">
                <a:solidFill>
                  <a:srgbClr val="D6EBF4"/>
                </a:solidFill>
                <a:latin typeface="Courier New"/>
                <a:cs typeface="Courier New"/>
              </a:rPr>
              <a:t>Durable</a:t>
            </a:r>
            <a:r>
              <a:rPr dirty="0" sz="2900" spc="-320">
                <a:solidFill>
                  <a:srgbClr val="D6EBF4"/>
                </a:solidFill>
                <a:latin typeface="Courier New"/>
                <a:cs typeface="Courier New"/>
              </a:rPr>
              <a:t> </a:t>
            </a:r>
            <a:r>
              <a:rPr dirty="0" sz="2900" spc="-425">
                <a:solidFill>
                  <a:srgbClr val="D6EBF4"/>
                </a:solidFill>
                <a:latin typeface="Courier New"/>
                <a:cs typeface="Courier New"/>
              </a:rPr>
              <a:t>Orchestration</a:t>
            </a:r>
            <a:r>
              <a:rPr dirty="0" sz="2900" spc="-35">
                <a:solidFill>
                  <a:srgbClr val="D6EBF4"/>
                </a:solidFill>
                <a:latin typeface="Courier New"/>
                <a:cs typeface="Courier New"/>
              </a:rPr>
              <a:t> </a:t>
            </a:r>
            <a:r>
              <a:rPr dirty="0" sz="2900" spc="-450">
                <a:solidFill>
                  <a:srgbClr val="D6EBF4"/>
                </a:solidFill>
                <a:latin typeface="Courier New"/>
                <a:cs typeface="Courier New"/>
              </a:rPr>
              <a:t>Logic</a:t>
            </a:r>
            <a:endParaRPr sz="2900">
              <a:latin typeface="Courier New"/>
              <a:cs typeface="Courier New"/>
            </a:endParaRPr>
          </a:p>
          <a:p>
            <a:pPr marR="30480">
              <a:lnSpc>
                <a:spcPts val="3310"/>
              </a:lnSpc>
              <a:spcBef>
                <a:spcPts val="540"/>
              </a:spcBef>
            </a:pPr>
            <a:r>
              <a:rPr dirty="0" sz="3000" spc="-335">
                <a:solidFill>
                  <a:srgbClr val="D6EBF4"/>
                </a:solidFill>
                <a:latin typeface="Courier New"/>
                <a:cs typeface="Courier New"/>
              </a:rPr>
              <a:t>spi/</a:t>
            </a:r>
            <a:endParaRPr sz="3000">
              <a:latin typeface="Courier New"/>
              <a:cs typeface="Courier New"/>
            </a:endParaRPr>
          </a:p>
          <a:p>
            <a:pPr marL="5080" marR="2540">
              <a:lnSpc>
                <a:spcPts val="3190"/>
              </a:lnSpc>
            </a:pPr>
            <a:r>
              <a:rPr dirty="0" sz="2900" spc="-390">
                <a:solidFill>
                  <a:srgbClr val="D6EBF4"/>
                </a:solidFill>
                <a:latin typeface="Courier New"/>
                <a:cs typeface="Courier New"/>
              </a:rPr>
              <a:t>Service</a:t>
            </a:r>
            <a:r>
              <a:rPr dirty="0" sz="2900" spc="-405">
                <a:solidFill>
                  <a:srgbClr val="D6EBF4"/>
                </a:solidFill>
                <a:latin typeface="Courier New"/>
                <a:cs typeface="Courier New"/>
              </a:rPr>
              <a:t> </a:t>
            </a:r>
            <a:r>
              <a:rPr dirty="0" sz="2900" spc="-425">
                <a:solidFill>
                  <a:srgbClr val="D6EBF4"/>
                </a:solidFill>
                <a:latin typeface="Courier New"/>
                <a:cs typeface="Courier New"/>
              </a:rPr>
              <a:t>Provider</a:t>
            </a:r>
            <a:r>
              <a:rPr dirty="0" sz="2900" spc="-365">
                <a:solidFill>
                  <a:srgbClr val="D6EBF4"/>
                </a:solidFill>
                <a:latin typeface="Courier New"/>
                <a:cs typeface="Courier New"/>
              </a:rPr>
              <a:t> </a:t>
            </a:r>
            <a:r>
              <a:rPr dirty="0" sz="2900" spc="-415">
                <a:solidFill>
                  <a:srgbClr val="D6EBF4"/>
                </a:solidFill>
                <a:latin typeface="Courier New"/>
                <a:cs typeface="Courier New"/>
              </a:rPr>
              <a:t>Interfaces</a:t>
            </a:r>
            <a:endParaRPr sz="2900">
              <a:latin typeface="Courier New"/>
              <a:cs typeface="Courier New"/>
            </a:endParaRPr>
          </a:p>
          <a:p>
            <a:pPr marL="13970" marR="30480">
              <a:lnSpc>
                <a:spcPts val="3360"/>
              </a:lnSpc>
              <a:spcBef>
                <a:spcPts val="440"/>
              </a:spcBef>
            </a:pPr>
            <a:r>
              <a:rPr dirty="0" sz="3000" spc="-375">
                <a:solidFill>
                  <a:srgbClr val="EFFBFD"/>
                </a:solidFill>
                <a:latin typeface="Courier New"/>
                <a:cs typeface="Courier New"/>
              </a:rPr>
              <a:t>examples/</a:t>
            </a:r>
            <a:endParaRPr sz="3000">
              <a:latin typeface="Courier New"/>
              <a:cs typeface="Courier New"/>
            </a:endParaRPr>
          </a:p>
          <a:p>
            <a:pPr marL="15240" marR="30480">
              <a:lnSpc>
                <a:spcPts val="3240"/>
              </a:lnSpc>
            </a:pPr>
            <a:r>
              <a:rPr dirty="0" sz="2900" spc="-425">
                <a:solidFill>
                  <a:srgbClr val="D6EBF4"/>
                </a:solidFill>
                <a:latin typeface="Courier New"/>
                <a:cs typeface="Courier New"/>
              </a:rPr>
              <a:t>Configuration</a:t>
            </a:r>
            <a:r>
              <a:rPr dirty="0" sz="2900" spc="-215">
                <a:solidFill>
                  <a:srgbClr val="D6EBF4"/>
                </a:solidFill>
                <a:latin typeface="Courier New"/>
                <a:cs typeface="Courier New"/>
              </a:rPr>
              <a:t> </a:t>
            </a:r>
            <a:r>
              <a:rPr dirty="0" sz="2900" spc="-415">
                <a:solidFill>
                  <a:srgbClr val="D6EBF4"/>
                </a:solidFill>
                <a:latin typeface="Courier New"/>
                <a:cs typeface="Courier New"/>
              </a:rPr>
              <a:t>Templates</a:t>
            </a:r>
            <a:endParaRPr sz="29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77171" y="4578909"/>
            <a:ext cx="369570" cy="584835"/>
          </a:xfrm>
          <a:prstGeom prst="rect">
            <a:avLst/>
          </a:prstGeom>
          <a:solidFill>
            <a:srgbClr val="2D4F72"/>
          </a:solidFill>
        </p:spPr>
        <p:txBody>
          <a:bodyPr wrap="square" lIns="0" tIns="1905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50"/>
              </a:spcBef>
            </a:pPr>
            <a:r>
              <a:rPr dirty="0" sz="3400" spc="-615">
                <a:solidFill>
                  <a:srgbClr val="D6EBF4"/>
                </a:solidFill>
                <a:latin typeface="Times New Roman"/>
                <a:cs typeface="Times New Roman"/>
              </a:rPr>
              <a:t>D</a:t>
            </a:r>
            <a:endParaRPr sz="3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89908" y="5485305"/>
            <a:ext cx="356870" cy="584835"/>
          </a:xfrm>
          <a:prstGeom prst="rect">
            <a:avLst/>
          </a:prstGeom>
          <a:solidFill>
            <a:srgbClr val="2D4F72"/>
          </a:solidFill>
        </p:spPr>
        <p:txBody>
          <a:bodyPr wrap="square" lIns="0" tIns="1905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50"/>
              </a:spcBef>
            </a:pPr>
            <a:r>
              <a:rPr dirty="0" sz="3400" spc="-665">
                <a:solidFill>
                  <a:srgbClr val="D6EBF4"/>
                </a:solidFill>
                <a:latin typeface="Times New Roman"/>
                <a:cs typeface="Times New Roman"/>
              </a:rPr>
              <a:t>D</a:t>
            </a:r>
            <a:endParaRPr sz="3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189908" y="6366169"/>
            <a:ext cx="356870" cy="584835"/>
          </a:xfrm>
          <a:prstGeom prst="rect">
            <a:avLst/>
          </a:prstGeom>
          <a:solidFill>
            <a:srgbClr val="2D4F72"/>
          </a:solidFill>
        </p:spPr>
        <p:txBody>
          <a:bodyPr wrap="square" lIns="0" tIns="1905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50"/>
              </a:spcBef>
            </a:pPr>
            <a:r>
              <a:rPr dirty="0" sz="3400" spc="-615">
                <a:solidFill>
                  <a:srgbClr val="D6EBF4"/>
                </a:solidFill>
                <a:latin typeface="Times New Roman"/>
                <a:cs typeface="Times New Roman"/>
              </a:rPr>
              <a:t>D</a:t>
            </a:r>
            <a:endParaRPr sz="3400">
              <a:latin typeface="Times New Roman"/>
              <a:cs typeface="Times New Roman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025557" y="7832183"/>
            <a:ext cx="919480" cy="438784"/>
            <a:chOff x="1025557" y="7832183"/>
            <a:chExt cx="919480" cy="438784"/>
          </a:xfrm>
        </p:grpSpPr>
        <p:sp>
          <p:nvSpPr>
            <p:cNvPr id="13" name="object 13"/>
            <p:cNvSpPr/>
            <p:nvPr/>
          </p:nvSpPr>
          <p:spPr>
            <a:xfrm>
              <a:off x="1241391" y="7832183"/>
              <a:ext cx="539750" cy="438784"/>
            </a:xfrm>
            <a:custGeom>
              <a:avLst/>
              <a:gdLst/>
              <a:ahLst/>
              <a:cxnLst/>
              <a:rect l="l" t="t" r="r" b="b"/>
              <a:pathLst>
                <a:path w="539750" h="438784">
                  <a:moveTo>
                    <a:pt x="539660" y="438234"/>
                  </a:moveTo>
                  <a:lnTo>
                    <a:pt x="0" y="438234"/>
                  </a:lnTo>
                  <a:lnTo>
                    <a:pt x="0" y="0"/>
                  </a:lnTo>
                  <a:lnTo>
                    <a:pt x="539660" y="0"/>
                  </a:lnTo>
                  <a:lnTo>
                    <a:pt x="539660" y="438234"/>
                  </a:lnTo>
                  <a:close/>
                </a:path>
              </a:pathLst>
            </a:custGeom>
            <a:solidFill>
              <a:srgbClr val="466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1032225" y="8170595"/>
              <a:ext cx="906144" cy="0"/>
            </a:xfrm>
            <a:custGeom>
              <a:avLst/>
              <a:gdLst/>
              <a:ahLst/>
              <a:cxnLst/>
              <a:rect l="l" t="t" r="r" b="b"/>
              <a:pathLst>
                <a:path w="906144" h="0">
                  <a:moveTo>
                    <a:pt x="0" y="0"/>
                  </a:moveTo>
                  <a:lnTo>
                    <a:pt x="905549" y="0"/>
                  </a:lnTo>
                </a:path>
              </a:pathLst>
            </a:custGeom>
            <a:ln w="12766">
              <a:solidFill>
                <a:srgbClr val="D6EBF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1019525" y="7832361"/>
            <a:ext cx="930275" cy="416559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550" spc="-250">
                <a:solidFill>
                  <a:srgbClr val="799CBD"/>
                </a:solidFill>
                <a:latin typeface="Times New Roman"/>
                <a:cs typeface="Times New Roman"/>
              </a:rPr>
              <a:t>1,</a:t>
            </a:r>
            <a:r>
              <a:rPr dirty="0" sz="2550" spc="-250">
                <a:solidFill>
                  <a:srgbClr val="D6EBF4"/>
                </a:solidFill>
                <a:latin typeface="Times New Roman"/>
                <a:cs typeface="Times New Roman"/>
              </a:rPr>
              <a:t>Thi�</a:t>
            </a:r>
            <a:r>
              <a:rPr dirty="0" sz="2550" spc="-250">
                <a:solidFill>
                  <a:srgbClr val="030301"/>
                </a:solidFill>
                <a:latin typeface="Times New Roman"/>
                <a:cs typeface="Times New Roman"/>
              </a:rPr>
              <a:t>-</a:t>
            </a:r>
            <a:endParaRPr sz="255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937774" y="7832183"/>
            <a:ext cx="5332095" cy="438784"/>
          </a:xfrm>
          <a:prstGeom prst="rect">
            <a:avLst/>
          </a:prstGeom>
          <a:solidFill>
            <a:srgbClr val="466685"/>
          </a:solidFill>
        </p:spPr>
        <p:txBody>
          <a:bodyPr wrap="square" lIns="0" tIns="1460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5"/>
              </a:spcBef>
            </a:pPr>
            <a:r>
              <a:rPr dirty="0" sz="2550" spc="-140">
                <a:solidFill>
                  <a:srgbClr val="D6EBF4"/>
                </a:solidFill>
                <a:latin typeface="Times New Roman"/>
                <a:cs typeface="Times New Roman"/>
              </a:rPr>
              <a:t>is</a:t>
            </a:r>
            <a:r>
              <a:rPr dirty="0" sz="2550" spc="-80">
                <a:solidFill>
                  <a:srgbClr val="D6EBF4"/>
                </a:solidFill>
                <a:latin typeface="Times New Roman"/>
                <a:cs typeface="Times New Roman"/>
              </a:rPr>
              <a:t> </a:t>
            </a:r>
            <a:r>
              <a:rPr dirty="0" sz="2550" spc="55">
                <a:solidFill>
                  <a:srgbClr val="D6EBF4"/>
                </a:solidFill>
                <a:latin typeface="Times New Roman"/>
                <a:cs typeface="Times New Roman"/>
              </a:rPr>
              <a:t>the</a:t>
            </a:r>
            <a:r>
              <a:rPr dirty="0" sz="2550" spc="-225">
                <a:solidFill>
                  <a:srgbClr val="D6EBF4"/>
                </a:solidFill>
                <a:latin typeface="Times New Roman"/>
                <a:cs typeface="Times New Roman"/>
              </a:rPr>
              <a:t> </a:t>
            </a:r>
            <a:r>
              <a:rPr dirty="0" sz="2550">
                <a:solidFill>
                  <a:srgbClr val="D6EBF4"/>
                </a:solidFill>
                <a:latin typeface="Times New Roman"/>
                <a:cs typeface="Times New Roman"/>
              </a:rPr>
              <a:t>shared,</a:t>
            </a:r>
            <a:r>
              <a:rPr dirty="0" sz="2550" spc="-15">
                <a:solidFill>
                  <a:srgbClr val="D6EBF4"/>
                </a:solidFill>
                <a:latin typeface="Times New Roman"/>
                <a:cs typeface="Times New Roman"/>
              </a:rPr>
              <a:t> </a:t>
            </a:r>
            <a:r>
              <a:rPr dirty="0" sz="2550">
                <a:solidFill>
                  <a:srgbClr val="D6EBF4"/>
                </a:solidFill>
                <a:latin typeface="Times New Roman"/>
                <a:cs typeface="Times New Roman"/>
              </a:rPr>
              <a:t>stable</a:t>
            </a:r>
            <a:r>
              <a:rPr dirty="0" sz="2550" spc="-160">
                <a:solidFill>
                  <a:srgbClr val="D6EBF4"/>
                </a:solidFill>
                <a:latin typeface="Times New Roman"/>
                <a:cs typeface="Times New Roman"/>
              </a:rPr>
              <a:t> </a:t>
            </a:r>
            <a:r>
              <a:rPr dirty="0" sz="2550">
                <a:solidFill>
                  <a:srgbClr val="D6EBF4"/>
                </a:solidFill>
                <a:latin typeface="Times New Roman"/>
                <a:cs typeface="Times New Roman"/>
              </a:rPr>
              <a:t>foundation</a:t>
            </a:r>
            <a:r>
              <a:rPr dirty="0" sz="2550" spc="-25">
                <a:solidFill>
                  <a:srgbClr val="D6EBF4"/>
                </a:solidFill>
                <a:latin typeface="Times New Roman"/>
                <a:cs typeface="Times New Roman"/>
              </a:rPr>
              <a:t> </a:t>
            </a:r>
            <a:r>
              <a:rPr dirty="0" sz="2550">
                <a:solidFill>
                  <a:srgbClr val="D6EBF4"/>
                </a:solidFill>
                <a:latin typeface="Times New Roman"/>
                <a:cs typeface="Times New Roman"/>
              </a:rPr>
              <a:t>our</a:t>
            </a:r>
            <a:r>
              <a:rPr dirty="0" sz="2550" spc="-15">
                <a:solidFill>
                  <a:srgbClr val="D6EBF4"/>
                </a:solidFill>
                <a:latin typeface="Times New Roman"/>
                <a:cs typeface="Times New Roman"/>
              </a:rPr>
              <a:t> </a:t>
            </a:r>
            <a:r>
              <a:rPr dirty="0" sz="2550" spc="-10">
                <a:solidFill>
                  <a:srgbClr val="D6EBF4"/>
                </a:solidFill>
                <a:latin typeface="Times New Roman"/>
                <a:cs typeface="Times New Roman"/>
              </a:rPr>
              <a:t>t;a�s</a:t>
            </a:r>
            <a:endParaRPr sz="255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318639" y="7832361"/>
            <a:ext cx="141605" cy="416559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550" spc="-465">
                <a:solidFill>
                  <a:srgbClr val="030301"/>
                </a:solidFill>
                <a:latin typeface="Times New Roman"/>
                <a:cs typeface="Times New Roman"/>
              </a:rPr>
              <a:t>••</a:t>
            </a:r>
            <a:endParaRPr sz="2550">
              <a:latin typeface="Times New Roman"/>
              <a:cs typeface="Times New Roman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947600" y="8266233"/>
            <a:ext cx="1790700" cy="438784"/>
            <a:chOff x="947600" y="8266233"/>
            <a:chExt cx="1790700" cy="438784"/>
          </a:xfrm>
        </p:grpSpPr>
        <p:sp>
          <p:nvSpPr>
            <p:cNvPr id="19" name="object 19"/>
            <p:cNvSpPr/>
            <p:nvPr/>
          </p:nvSpPr>
          <p:spPr>
            <a:xfrm>
              <a:off x="1156559" y="8266233"/>
              <a:ext cx="1581785" cy="438784"/>
            </a:xfrm>
            <a:custGeom>
              <a:avLst/>
              <a:gdLst/>
              <a:ahLst/>
              <a:cxnLst/>
              <a:rect l="l" t="t" r="r" b="b"/>
              <a:pathLst>
                <a:path w="1581785" h="438784">
                  <a:moveTo>
                    <a:pt x="1581553" y="438234"/>
                  </a:moveTo>
                  <a:lnTo>
                    <a:pt x="0" y="438234"/>
                  </a:lnTo>
                  <a:lnTo>
                    <a:pt x="0" y="0"/>
                  </a:lnTo>
                  <a:lnTo>
                    <a:pt x="1581553" y="0"/>
                  </a:lnTo>
                  <a:lnTo>
                    <a:pt x="1581553" y="438234"/>
                  </a:lnTo>
                  <a:close/>
                </a:path>
              </a:pathLst>
            </a:custGeom>
            <a:solidFill>
              <a:srgbClr val="466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947600" y="8604644"/>
              <a:ext cx="1790700" cy="0"/>
            </a:xfrm>
            <a:custGeom>
              <a:avLst/>
              <a:gdLst/>
              <a:ahLst/>
              <a:cxnLst/>
              <a:rect l="l" t="t" r="r" b="b"/>
              <a:pathLst>
                <a:path w="1790700" h="0">
                  <a:moveTo>
                    <a:pt x="0" y="0"/>
                  </a:moveTo>
                  <a:lnTo>
                    <a:pt x="1790512" y="0"/>
                  </a:lnTo>
                </a:path>
              </a:pathLst>
            </a:custGeom>
            <a:ln w="12766">
              <a:solidFill>
                <a:srgbClr val="D6EBF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/>
          <p:cNvSpPr txBox="1"/>
          <p:nvPr/>
        </p:nvSpPr>
        <p:spPr>
          <a:xfrm>
            <a:off x="934900" y="8266410"/>
            <a:ext cx="6387465" cy="416559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6210300" algn="l"/>
              </a:tabLst>
            </a:pPr>
            <a:r>
              <a:rPr dirty="0" sz="2550" spc="60">
                <a:solidFill>
                  <a:srgbClr val="5D85AE"/>
                </a:solidFill>
                <a:latin typeface="Times New Roman"/>
                <a:cs typeface="Times New Roman"/>
              </a:rPr>
              <a:t>L</a:t>
            </a:r>
            <a:r>
              <a:rPr dirty="0" sz="2550" spc="60">
                <a:solidFill>
                  <a:srgbClr val="D6EBF4"/>
                </a:solidFill>
                <a:latin typeface="Times New Roman"/>
                <a:cs typeface="Times New Roman"/>
              </a:rPr>
              <a:t>�ui</a:t>
            </a:r>
            <a:r>
              <a:rPr dirty="0" sz="2550" spc="60">
                <a:solidFill>
                  <a:srgbClr val="EFFBFD"/>
                </a:solidFill>
                <a:latin typeface="Times New Roman"/>
                <a:cs typeface="Times New Roman"/>
              </a:rPr>
              <a:t>l</a:t>
            </a:r>
            <a:r>
              <a:rPr dirty="0" sz="2550" spc="60">
                <a:solidFill>
                  <a:srgbClr val="D6EBF4"/>
                </a:solidFill>
                <a:latin typeface="Times New Roman"/>
                <a:cs typeface="Times New Roman"/>
              </a:rPr>
              <a:t>d</a:t>
            </a:r>
            <a:r>
              <a:rPr dirty="0" sz="2550" spc="-60">
                <a:solidFill>
                  <a:srgbClr val="D6EBF4"/>
                </a:solidFill>
                <a:latin typeface="Times New Roman"/>
                <a:cs typeface="Times New Roman"/>
              </a:rPr>
              <a:t> </a:t>
            </a:r>
            <a:r>
              <a:rPr dirty="0" sz="2550" spc="-20">
                <a:solidFill>
                  <a:srgbClr val="D6EBF4"/>
                </a:solidFill>
                <a:latin typeface="Times New Roman"/>
                <a:cs typeface="Times New Roman"/>
              </a:rPr>
              <a:t>upon.</a:t>
            </a:r>
            <a:r>
              <a:rPr dirty="0" sz="2550">
                <a:solidFill>
                  <a:srgbClr val="D6EBF4"/>
                </a:solidFill>
                <a:latin typeface="Times New Roman"/>
                <a:cs typeface="Times New Roman"/>
              </a:rPr>
              <a:t>	</a:t>
            </a:r>
            <a:r>
              <a:rPr dirty="0" sz="2550" spc="-50">
                <a:solidFill>
                  <a:srgbClr val="5D85AE"/>
                </a:solidFill>
                <a:latin typeface="Times New Roman"/>
                <a:cs typeface="Times New Roman"/>
              </a:rPr>
              <a:t>_</a:t>
            </a:r>
            <a:endParaRPr sz="255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00"/>
              </a:lnSpc>
            </a:pPr>
            <a:r>
              <a:rPr dirty="0" sz="1300" spc="-20"/>
              <a:t>Isl\</a:t>
            </a:r>
            <a:r>
              <a:rPr dirty="0" sz="1300" spc="-45"/>
              <a:t> </a:t>
            </a:r>
            <a:r>
              <a:rPr dirty="0" spc="-10">
                <a:solidFill>
                  <a:srgbClr val="151311"/>
                </a:solidFill>
              </a:rPr>
              <a:t>N</a:t>
            </a:r>
            <a:r>
              <a:rPr dirty="0" spc="-10"/>
              <a:t>otebookL</a:t>
            </a:r>
            <a:r>
              <a:rPr dirty="0" spc="-10">
                <a:solidFill>
                  <a:srgbClr val="151311"/>
                </a:solidFill>
              </a:rPr>
              <a:t>M</a:t>
            </a:r>
            <a:endParaRPr sz="1300"/>
          </a:p>
        </p:txBody>
      </p:sp>
      <p:sp>
        <p:nvSpPr>
          <p:cNvPr id="22" name="object 22"/>
          <p:cNvSpPr txBox="1"/>
          <p:nvPr/>
        </p:nvSpPr>
        <p:spPr>
          <a:xfrm>
            <a:off x="9990391" y="2508879"/>
            <a:ext cx="5496560" cy="209740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27940">
              <a:lnSpc>
                <a:spcPts val="3650"/>
              </a:lnSpc>
              <a:spcBef>
                <a:spcPts val="114"/>
              </a:spcBef>
            </a:pPr>
            <a:r>
              <a:rPr dirty="0" sz="3150" spc="185" b="1">
                <a:solidFill>
                  <a:srgbClr val="030301"/>
                </a:solidFill>
                <a:latin typeface="Arial"/>
                <a:cs typeface="Arial"/>
              </a:rPr>
              <a:t>'akka-</a:t>
            </a:r>
            <a:r>
              <a:rPr dirty="0" sz="3150" spc="180" b="1">
                <a:solidFill>
                  <a:srgbClr val="030301"/>
                </a:solidFill>
                <a:latin typeface="Arial"/>
                <a:cs typeface="Arial"/>
              </a:rPr>
              <a:t>idp-</a:t>
            </a:r>
            <a:r>
              <a:rPr dirty="0" sz="3150" spc="175" b="1">
                <a:solidFill>
                  <a:srgbClr val="030301"/>
                </a:solidFill>
                <a:latin typeface="Arial"/>
                <a:cs typeface="Arial"/>
              </a:rPr>
              <a:t>bank/'</a:t>
            </a:r>
            <a:endParaRPr sz="3150">
              <a:latin typeface="Arial"/>
              <a:cs typeface="Arial"/>
            </a:endParaRPr>
          </a:p>
          <a:p>
            <a:pPr marL="12700">
              <a:lnSpc>
                <a:spcPts val="3650"/>
              </a:lnSpc>
            </a:pPr>
            <a:r>
              <a:rPr dirty="0" sz="3150" spc="95" b="1">
                <a:solidFill>
                  <a:srgbClr val="030301"/>
                </a:solidFill>
                <a:latin typeface="Arial"/>
                <a:cs typeface="Arial"/>
              </a:rPr>
              <a:t>(A</a:t>
            </a:r>
            <a:r>
              <a:rPr dirty="0" sz="3150" spc="20" b="1">
                <a:solidFill>
                  <a:srgbClr val="030301"/>
                </a:solidFill>
                <a:latin typeface="Arial"/>
                <a:cs typeface="Arial"/>
              </a:rPr>
              <a:t> </a:t>
            </a:r>
            <a:r>
              <a:rPr dirty="0" sz="3150" b="1">
                <a:solidFill>
                  <a:srgbClr val="030301"/>
                </a:solidFill>
                <a:latin typeface="Arial"/>
                <a:cs typeface="Arial"/>
              </a:rPr>
              <a:t>Specific</a:t>
            </a:r>
            <a:r>
              <a:rPr dirty="0" sz="3150" spc="50" b="1">
                <a:solidFill>
                  <a:srgbClr val="030301"/>
                </a:solidFill>
                <a:latin typeface="Arial"/>
                <a:cs typeface="Arial"/>
              </a:rPr>
              <a:t> </a:t>
            </a:r>
            <a:r>
              <a:rPr dirty="0" sz="3150" spc="65" b="1">
                <a:solidFill>
                  <a:srgbClr val="030301"/>
                </a:solidFill>
                <a:latin typeface="Arial"/>
                <a:cs typeface="Arial"/>
              </a:rPr>
              <a:t>Implementation)</a:t>
            </a:r>
            <a:endParaRPr sz="3150">
              <a:latin typeface="Arial"/>
              <a:cs typeface="Arial"/>
            </a:endParaRPr>
          </a:p>
          <a:p>
            <a:pPr marL="51435">
              <a:lnSpc>
                <a:spcPts val="3750"/>
              </a:lnSpc>
              <a:spcBef>
                <a:spcPts val="2100"/>
              </a:spcBef>
              <a:tabLst>
                <a:tab pos="574040" algn="l"/>
              </a:tabLst>
            </a:pPr>
            <a:r>
              <a:rPr dirty="0" sz="3400" spc="70">
                <a:solidFill>
                  <a:srgbClr val="030301"/>
                </a:solidFill>
                <a:latin typeface="Times New Roman"/>
                <a:cs typeface="Times New Roman"/>
              </a:rPr>
              <a:t>D</a:t>
            </a:r>
            <a:r>
              <a:rPr dirty="0" sz="3400">
                <a:solidFill>
                  <a:srgbClr val="030301"/>
                </a:solidFill>
                <a:latin typeface="Times New Roman"/>
                <a:cs typeface="Times New Roman"/>
              </a:rPr>
              <a:t>	</a:t>
            </a:r>
            <a:r>
              <a:rPr dirty="0" sz="3000" spc="-375">
                <a:solidFill>
                  <a:srgbClr val="030301"/>
                </a:solidFill>
                <a:latin typeface="Courier New"/>
                <a:cs typeface="Courier New"/>
              </a:rPr>
              <a:t>config/</a:t>
            </a:r>
            <a:endParaRPr sz="3000">
              <a:latin typeface="Courier New"/>
              <a:cs typeface="Courier New"/>
            </a:endParaRPr>
          </a:p>
          <a:p>
            <a:pPr marL="554990">
              <a:lnSpc>
                <a:spcPts val="3150"/>
              </a:lnSpc>
            </a:pPr>
            <a:r>
              <a:rPr dirty="0" sz="2900" spc="-390">
                <a:solidFill>
                  <a:srgbClr val="1A1A18"/>
                </a:solidFill>
                <a:latin typeface="Courier New"/>
                <a:cs typeface="Courier New"/>
              </a:rPr>
              <a:t>Zero-code</a:t>
            </a:r>
            <a:r>
              <a:rPr dirty="0" sz="2900" spc="-185">
                <a:solidFill>
                  <a:srgbClr val="1A1A18"/>
                </a:solidFill>
                <a:latin typeface="Courier New"/>
                <a:cs typeface="Courier New"/>
              </a:rPr>
              <a:t> </a:t>
            </a:r>
            <a:r>
              <a:rPr dirty="0" sz="2900" spc="-425">
                <a:solidFill>
                  <a:srgbClr val="1A1A18"/>
                </a:solidFill>
                <a:latin typeface="Courier New"/>
                <a:cs typeface="Courier New"/>
              </a:rPr>
              <a:t>business</a:t>
            </a:r>
            <a:r>
              <a:rPr dirty="0" sz="2900" spc="-395">
                <a:solidFill>
                  <a:srgbClr val="1A1A18"/>
                </a:solidFill>
                <a:latin typeface="Courier New"/>
                <a:cs typeface="Courier New"/>
              </a:rPr>
              <a:t> </a:t>
            </a:r>
            <a:r>
              <a:rPr dirty="0" sz="2900" spc="-415">
                <a:solidFill>
                  <a:srgbClr val="1A1A18"/>
                </a:solidFill>
                <a:latin typeface="Courier New"/>
                <a:cs typeface="Courier New"/>
              </a:rPr>
              <a:t>logic</a:t>
            </a:r>
            <a:endParaRPr sz="2900">
              <a:latin typeface="Courier New"/>
              <a:cs typeface="Courier New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0029366" y="4583377"/>
            <a:ext cx="4150995" cy="270383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algn="ctr" marR="2122805">
              <a:lnSpc>
                <a:spcPts val="3800"/>
              </a:lnSpc>
              <a:spcBef>
                <a:spcPts val="114"/>
              </a:spcBef>
              <a:tabLst>
                <a:tab pos="558165" algn="l"/>
              </a:tabLst>
            </a:pPr>
            <a:r>
              <a:rPr dirty="0" sz="3400" spc="-615">
                <a:solidFill>
                  <a:srgbClr val="030301"/>
                </a:solidFill>
                <a:latin typeface="Times New Roman"/>
                <a:cs typeface="Times New Roman"/>
              </a:rPr>
              <a:t>D</a:t>
            </a:r>
            <a:r>
              <a:rPr dirty="0" sz="3400">
                <a:solidFill>
                  <a:srgbClr val="030301"/>
                </a:solidFill>
                <a:latin typeface="Times New Roman"/>
                <a:cs typeface="Times New Roman"/>
              </a:rPr>
              <a:t>	</a:t>
            </a:r>
            <a:r>
              <a:rPr dirty="0" sz="2900" spc="-350" b="1">
                <a:solidFill>
                  <a:srgbClr val="030301"/>
                </a:solidFill>
                <a:latin typeface="Courier New"/>
                <a:cs typeface="Courier New"/>
              </a:rPr>
              <a:t>prompts/</a:t>
            </a:r>
            <a:endParaRPr sz="2900">
              <a:latin typeface="Courier New"/>
              <a:cs typeface="Courier New"/>
            </a:endParaRPr>
          </a:p>
          <a:p>
            <a:pPr algn="ctr" marR="342900">
              <a:lnSpc>
                <a:spcPts val="3200"/>
              </a:lnSpc>
            </a:pPr>
            <a:r>
              <a:rPr dirty="0" sz="2900" spc="-425">
                <a:solidFill>
                  <a:srgbClr val="1A1A18"/>
                </a:solidFill>
                <a:latin typeface="Courier New"/>
                <a:cs typeface="Courier New"/>
              </a:rPr>
              <a:t>LLM</a:t>
            </a:r>
            <a:r>
              <a:rPr dirty="0" sz="2900" spc="-484">
                <a:solidFill>
                  <a:srgbClr val="1A1A18"/>
                </a:solidFill>
                <a:latin typeface="Courier New"/>
                <a:cs typeface="Courier New"/>
              </a:rPr>
              <a:t> </a:t>
            </a:r>
            <a:r>
              <a:rPr dirty="0" sz="2900" spc="-434">
                <a:solidFill>
                  <a:srgbClr val="1A1A18"/>
                </a:solidFill>
                <a:latin typeface="Courier New"/>
                <a:cs typeface="Courier New"/>
              </a:rPr>
              <a:t>instructions</a:t>
            </a:r>
            <a:endParaRPr sz="2900">
              <a:latin typeface="Courier New"/>
              <a:cs typeface="Courier New"/>
            </a:endParaRPr>
          </a:p>
          <a:p>
            <a:pPr algn="ctr" marR="2117725">
              <a:lnSpc>
                <a:spcPts val="3750"/>
              </a:lnSpc>
              <a:spcBef>
                <a:spcPts val="145"/>
              </a:spcBef>
              <a:tabLst>
                <a:tab pos="527050" algn="l"/>
              </a:tabLst>
            </a:pPr>
            <a:r>
              <a:rPr dirty="0" sz="3400" spc="-640">
                <a:solidFill>
                  <a:srgbClr val="030301"/>
                </a:solidFill>
                <a:latin typeface="Times New Roman"/>
                <a:cs typeface="Times New Roman"/>
              </a:rPr>
              <a:t>D</a:t>
            </a:r>
            <a:r>
              <a:rPr dirty="0" sz="3400">
                <a:solidFill>
                  <a:srgbClr val="030301"/>
                </a:solidFill>
                <a:latin typeface="Times New Roman"/>
                <a:cs typeface="Times New Roman"/>
              </a:rPr>
              <a:t>	</a:t>
            </a:r>
            <a:r>
              <a:rPr dirty="0" sz="2900" spc="-315" b="1">
                <a:solidFill>
                  <a:srgbClr val="1A1A18"/>
                </a:solidFill>
                <a:latin typeface="Courier New"/>
                <a:cs typeface="Courier New"/>
              </a:rPr>
              <a:t>schemas/</a:t>
            </a:r>
            <a:endParaRPr sz="2900">
              <a:latin typeface="Courier New"/>
              <a:cs typeface="Courier New"/>
            </a:endParaRPr>
          </a:p>
          <a:p>
            <a:pPr algn="ctr" marL="526415">
              <a:lnSpc>
                <a:spcPts val="3150"/>
              </a:lnSpc>
            </a:pPr>
            <a:r>
              <a:rPr dirty="0" sz="2900" spc="-370">
                <a:solidFill>
                  <a:srgbClr val="1A1A18"/>
                </a:solidFill>
                <a:latin typeface="Courier New"/>
                <a:cs typeface="Courier New"/>
              </a:rPr>
              <a:t>Data</a:t>
            </a:r>
            <a:r>
              <a:rPr dirty="0" sz="2900" spc="-490">
                <a:solidFill>
                  <a:srgbClr val="1A1A18"/>
                </a:solidFill>
                <a:latin typeface="Courier New"/>
                <a:cs typeface="Courier New"/>
              </a:rPr>
              <a:t> </a:t>
            </a:r>
            <a:r>
              <a:rPr dirty="0" sz="2900" spc="-440">
                <a:solidFill>
                  <a:srgbClr val="1A1A18"/>
                </a:solidFill>
                <a:latin typeface="Courier New"/>
                <a:cs typeface="Courier New"/>
              </a:rPr>
              <a:t>extraction</a:t>
            </a:r>
            <a:r>
              <a:rPr dirty="0" sz="2900" spc="-140">
                <a:solidFill>
                  <a:srgbClr val="1A1A18"/>
                </a:solidFill>
                <a:latin typeface="Courier New"/>
                <a:cs typeface="Courier New"/>
              </a:rPr>
              <a:t> </a:t>
            </a:r>
            <a:r>
              <a:rPr dirty="0" sz="2900" spc="-380">
                <a:solidFill>
                  <a:srgbClr val="1A1A18"/>
                </a:solidFill>
                <a:latin typeface="Courier New"/>
                <a:cs typeface="Courier New"/>
              </a:rPr>
              <a:t>rules</a:t>
            </a:r>
            <a:endParaRPr sz="2900">
              <a:latin typeface="Courier New"/>
              <a:cs typeface="Courier New"/>
            </a:endParaRPr>
          </a:p>
          <a:p>
            <a:pPr algn="ctr" marR="2477135">
              <a:lnSpc>
                <a:spcPts val="3750"/>
              </a:lnSpc>
              <a:spcBef>
                <a:spcPts val="140"/>
              </a:spcBef>
              <a:tabLst>
                <a:tab pos="535940" algn="l"/>
              </a:tabLst>
            </a:pPr>
            <a:r>
              <a:rPr dirty="0" sz="3400" spc="-565">
                <a:solidFill>
                  <a:srgbClr val="030301"/>
                </a:solidFill>
                <a:latin typeface="Times New Roman"/>
                <a:cs typeface="Times New Roman"/>
              </a:rPr>
              <a:t>D</a:t>
            </a:r>
            <a:r>
              <a:rPr dirty="0" sz="3400">
                <a:solidFill>
                  <a:srgbClr val="030301"/>
                </a:solidFill>
                <a:latin typeface="Times New Roman"/>
                <a:cs typeface="Times New Roman"/>
              </a:rPr>
              <a:t>	</a:t>
            </a:r>
            <a:r>
              <a:rPr dirty="0" sz="2900" spc="-315" b="1">
                <a:solidFill>
                  <a:srgbClr val="030301"/>
                </a:solidFill>
                <a:latin typeface="Courier New"/>
                <a:cs typeface="Courier New"/>
              </a:rPr>
              <a:t>rules/</a:t>
            </a:r>
            <a:endParaRPr sz="2900">
              <a:latin typeface="Courier New"/>
              <a:cs typeface="Courier New"/>
            </a:endParaRPr>
          </a:p>
          <a:p>
            <a:pPr algn="ctr" marR="322580">
              <a:lnSpc>
                <a:spcPts val="3150"/>
              </a:lnSpc>
            </a:pPr>
            <a:r>
              <a:rPr dirty="0" sz="2900" spc="-425">
                <a:solidFill>
                  <a:srgbClr val="1A1A18"/>
                </a:solidFill>
                <a:latin typeface="Courier New"/>
                <a:cs typeface="Courier New"/>
              </a:rPr>
              <a:t>Validation</a:t>
            </a:r>
            <a:r>
              <a:rPr dirty="0" sz="2900" spc="-350">
                <a:solidFill>
                  <a:srgbClr val="1A1A18"/>
                </a:solidFill>
                <a:latin typeface="Courier New"/>
                <a:cs typeface="Courier New"/>
              </a:rPr>
              <a:t> </a:t>
            </a:r>
            <a:r>
              <a:rPr dirty="0" sz="2900" spc="-400">
                <a:solidFill>
                  <a:srgbClr val="1A1A18"/>
                </a:solidFill>
                <a:latin typeface="Courier New"/>
                <a:cs typeface="Courier New"/>
              </a:rPr>
              <a:t>logic</a:t>
            </a:r>
            <a:endParaRPr sz="2900">
              <a:latin typeface="Courier New"/>
              <a:cs typeface="Courier New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9845638" y="7736546"/>
            <a:ext cx="6598284" cy="1047115"/>
          </a:xfrm>
          <a:prstGeom prst="rect">
            <a:avLst/>
          </a:prstGeom>
          <a:ln w="25473">
            <a:solidFill>
              <a:srgbClr val="000000"/>
            </a:solidFill>
          </a:ln>
        </p:spPr>
        <p:txBody>
          <a:bodyPr wrap="square" lIns="0" tIns="173990" rIns="0" bIns="0" rtlCol="0" vert="horz">
            <a:spAutoFit/>
          </a:bodyPr>
          <a:lstStyle/>
          <a:p>
            <a:pPr marL="217804" marR="220345" indent="-11430">
              <a:lnSpc>
                <a:spcPts val="2810"/>
              </a:lnSpc>
              <a:spcBef>
                <a:spcPts val="1370"/>
              </a:spcBef>
            </a:pPr>
            <a:r>
              <a:rPr dirty="0" sz="2550" spc="-25">
                <a:solidFill>
                  <a:srgbClr val="1A1A18"/>
                </a:solidFill>
                <a:latin typeface="Times New Roman"/>
                <a:cs typeface="Times New Roman"/>
              </a:rPr>
              <a:t>This</a:t>
            </a:r>
            <a:r>
              <a:rPr dirty="0" sz="2550" spc="-185">
                <a:solidFill>
                  <a:srgbClr val="1A1A18"/>
                </a:solidFill>
                <a:latin typeface="Times New Roman"/>
                <a:cs typeface="Times New Roman"/>
              </a:rPr>
              <a:t> </a:t>
            </a:r>
            <a:r>
              <a:rPr dirty="0" sz="2550" spc="70">
                <a:solidFill>
                  <a:srgbClr val="1A1A18"/>
                </a:solidFill>
                <a:latin typeface="Times New Roman"/>
                <a:cs typeface="Times New Roman"/>
              </a:rPr>
              <a:t>is</a:t>
            </a:r>
            <a:r>
              <a:rPr dirty="0" sz="2550" spc="-295">
                <a:solidFill>
                  <a:srgbClr val="1A1A18"/>
                </a:solidFill>
                <a:latin typeface="Times New Roman"/>
                <a:cs typeface="Times New Roman"/>
              </a:rPr>
              <a:t> </a:t>
            </a:r>
            <a:r>
              <a:rPr dirty="0" sz="2550">
                <a:solidFill>
                  <a:srgbClr val="1A1A18"/>
                </a:solidFill>
                <a:latin typeface="Times New Roman"/>
                <a:cs typeface="Times New Roman"/>
              </a:rPr>
              <a:t>where</a:t>
            </a:r>
            <a:r>
              <a:rPr dirty="0" sz="2550" spc="-45">
                <a:solidFill>
                  <a:srgbClr val="1A1A18"/>
                </a:solidFill>
                <a:latin typeface="Times New Roman"/>
                <a:cs typeface="Times New Roman"/>
              </a:rPr>
              <a:t> </a:t>
            </a:r>
            <a:r>
              <a:rPr dirty="0" sz="2550" spc="-30">
                <a:solidFill>
                  <a:srgbClr val="1A1A18"/>
                </a:solidFill>
                <a:latin typeface="Times New Roman"/>
                <a:cs typeface="Times New Roman"/>
              </a:rPr>
              <a:t>business</a:t>
            </a:r>
            <a:r>
              <a:rPr dirty="0" sz="2550" spc="-30">
                <a:solidFill>
                  <a:srgbClr val="343431"/>
                </a:solidFill>
                <a:latin typeface="Times New Roman"/>
                <a:cs typeface="Times New Roman"/>
              </a:rPr>
              <a:t>-</a:t>
            </a:r>
            <a:r>
              <a:rPr dirty="0" sz="2550" spc="-35">
                <a:solidFill>
                  <a:srgbClr val="1A1A18"/>
                </a:solidFill>
                <a:latin typeface="Times New Roman"/>
                <a:cs typeface="Times New Roman"/>
              </a:rPr>
              <a:t>specific</a:t>
            </a:r>
            <a:r>
              <a:rPr dirty="0" sz="2550" spc="-180">
                <a:solidFill>
                  <a:srgbClr val="1A1A18"/>
                </a:solidFill>
                <a:latin typeface="Times New Roman"/>
                <a:cs typeface="Times New Roman"/>
              </a:rPr>
              <a:t> </a:t>
            </a:r>
            <a:r>
              <a:rPr dirty="0" sz="2550" spc="-40">
                <a:solidFill>
                  <a:srgbClr val="030301"/>
                </a:solidFill>
                <a:latin typeface="Times New Roman"/>
                <a:cs typeface="Times New Roman"/>
              </a:rPr>
              <a:t>logic</a:t>
            </a:r>
            <a:r>
              <a:rPr dirty="0" sz="2550" spc="-125">
                <a:solidFill>
                  <a:srgbClr val="030301"/>
                </a:solidFill>
                <a:latin typeface="Times New Roman"/>
                <a:cs typeface="Times New Roman"/>
              </a:rPr>
              <a:t> </a:t>
            </a:r>
            <a:r>
              <a:rPr dirty="0" sz="2550" spc="-10">
                <a:solidFill>
                  <a:srgbClr val="1A1A18"/>
                </a:solidFill>
                <a:latin typeface="Times New Roman"/>
                <a:cs typeface="Times New Roman"/>
              </a:rPr>
              <a:t>lives, </a:t>
            </a:r>
            <a:r>
              <a:rPr dirty="0" sz="2550" spc="-40">
                <a:solidFill>
                  <a:srgbClr val="1A1A18"/>
                </a:solidFill>
                <a:latin typeface="Times New Roman"/>
                <a:cs typeface="Times New Roman"/>
              </a:rPr>
              <a:t>completely</a:t>
            </a:r>
            <a:r>
              <a:rPr dirty="0" sz="2550" spc="-65">
                <a:solidFill>
                  <a:srgbClr val="1A1A18"/>
                </a:solidFill>
                <a:latin typeface="Times New Roman"/>
                <a:cs typeface="Times New Roman"/>
              </a:rPr>
              <a:t> </a:t>
            </a:r>
            <a:r>
              <a:rPr dirty="0" sz="2550" spc="-10">
                <a:solidFill>
                  <a:srgbClr val="1A1A18"/>
                </a:solidFill>
                <a:latin typeface="Times New Roman"/>
                <a:cs typeface="Times New Roman"/>
              </a:rPr>
              <a:t>decoupled</a:t>
            </a:r>
            <a:r>
              <a:rPr dirty="0" sz="2550" spc="-30">
                <a:solidFill>
                  <a:srgbClr val="1A1A18"/>
                </a:solidFill>
                <a:latin typeface="Times New Roman"/>
                <a:cs typeface="Times New Roman"/>
              </a:rPr>
              <a:t> </a:t>
            </a:r>
            <a:r>
              <a:rPr dirty="0" sz="2550">
                <a:solidFill>
                  <a:srgbClr val="1A1A18"/>
                </a:solidFill>
                <a:latin typeface="Times New Roman"/>
                <a:cs typeface="Times New Roman"/>
              </a:rPr>
              <a:t>from</a:t>
            </a:r>
            <a:r>
              <a:rPr dirty="0" sz="2550" spc="-165">
                <a:solidFill>
                  <a:srgbClr val="1A1A18"/>
                </a:solidFill>
                <a:latin typeface="Times New Roman"/>
                <a:cs typeface="Times New Roman"/>
              </a:rPr>
              <a:t> </a:t>
            </a:r>
            <a:r>
              <a:rPr dirty="0" sz="2550" spc="55">
                <a:solidFill>
                  <a:srgbClr val="1A1A18"/>
                </a:solidFill>
                <a:latin typeface="Times New Roman"/>
                <a:cs typeface="Times New Roman"/>
              </a:rPr>
              <a:t>the</a:t>
            </a:r>
            <a:r>
              <a:rPr dirty="0" sz="2550" spc="-229">
                <a:solidFill>
                  <a:srgbClr val="1A1A18"/>
                </a:solidFill>
                <a:latin typeface="Times New Roman"/>
                <a:cs typeface="Times New Roman"/>
              </a:rPr>
              <a:t> </a:t>
            </a:r>
            <a:r>
              <a:rPr dirty="0" sz="2550">
                <a:solidFill>
                  <a:srgbClr val="1A1A18"/>
                </a:solidFill>
                <a:latin typeface="Times New Roman"/>
                <a:cs typeface="Times New Roman"/>
              </a:rPr>
              <a:t>core</a:t>
            </a:r>
            <a:r>
              <a:rPr dirty="0" sz="2550" spc="-215">
                <a:solidFill>
                  <a:srgbClr val="1A1A18"/>
                </a:solidFill>
                <a:latin typeface="Times New Roman"/>
                <a:cs typeface="Times New Roman"/>
              </a:rPr>
              <a:t> </a:t>
            </a:r>
            <a:r>
              <a:rPr dirty="0" sz="2550" spc="-10">
                <a:solidFill>
                  <a:srgbClr val="1A1A18"/>
                </a:solidFill>
                <a:latin typeface="Times New Roman"/>
                <a:cs typeface="Times New Roman"/>
              </a:rPr>
              <a:t>framework.</a:t>
            </a:r>
            <a:endParaRPr sz="25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51478" y="4953527"/>
            <a:ext cx="0" cy="4110990"/>
          </a:xfrm>
          <a:custGeom>
            <a:avLst/>
            <a:gdLst/>
            <a:ahLst/>
            <a:cxnLst/>
            <a:rect l="l" t="t" r="r" b="b"/>
            <a:pathLst>
              <a:path w="0" h="4110990">
                <a:moveTo>
                  <a:pt x="0" y="4110697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5655192" y="4953527"/>
            <a:ext cx="0" cy="4110990"/>
          </a:xfrm>
          <a:custGeom>
            <a:avLst/>
            <a:gdLst/>
            <a:ahLst/>
            <a:cxnLst/>
            <a:rect l="l" t="t" r="r" b="b"/>
            <a:pathLst>
              <a:path w="0" h="4110990">
                <a:moveTo>
                  <a:pt x="0" y="4110697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6304775" y="4953527"/>
            <a:ext cx="0" cy="4110990"/>
          </a:xfrm>
          <a:custGeom>
            <a:avLst/>
            <a:gdLst/>
            <a:ahLst/>
            <a:cxnLst/>
            <a:rect l="l" t="t" r="r" b="b"/>
            <a:pathLst>
              <a:path w="0" h="4110990">
                <a:moveTo>
                  <a:pt x="0" y="4110697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1195752" y="4953527"/>
            <a:ext cx="0" cy="4110990"/>
          </a:xfrm>
          <a:custGeom>
            <a:avLst/>
            <a:gdLst/>
            <a:ahLst/>
            <a:cxnLst/>
            <a:rect l="l" t="t" r="r" b="b"/>
            <a:pathLst>
              <a:path w="0" h="4110990">
                <a:moveTo>
                  <a:pt x="0" y="4110697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1845335" y="5362044"/>
            <a:ext cx="0" cy="1864360"/>
          </a:xfrm>
          <a:custGeom>
            <a:avLst/>
            <a:gdLst/>
            <a:ahLst/>
            <a:cxnLst/>
            <a:rect l="l" t="t" r="r" b="b"/>
            <a:pathLst>
              <a:path w="0" h="1864359">
                <a:moveTo>
                  <a:pt x="0" y="1863856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6749048" y="5362044"/>
            <a:ext cx="0" cy="1864360"/>
          </a:xfrm>
          <a:custGeom>
            <a:avLst/>
            <a:gdLst/>
            <a:ahLst/>
            <a:cxnLst/>
            <a:rect l="l" t="t" r="r" b="b"/>
            <a:pathLst>
              <a:path w="0" h="1864359">
                <a:moveTo>
                  <a:pt x="0" y="1863856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6292038" y="4966293"/>
            <a:ext cx="4942205" cy="0"/>
          </a:xfrm>
          <a:custGeom>
            <a:avLst/>
            <a:gdLst/>
            <a:ahLst/>
            <a:cxnLst/>
            <a:rect l="l" t="t" r="r" b="b"/>
            <a:pathLst>
              <a:path w="4942205" h="0">
                <a:moveTo>
                  <a:pt x="0" y="0"/>
                </a:moveTo>
                <a:lnTo>
                  <a:pt x="4941924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38741" y="4966293"/>
            <a:ext cx="4942205" cy="0"/>
          </a:xfrm>
          <a:custGeom>
            <a:avLst/>
            <a:gdLst/>
            <a:ahLst/>
            <a:cxnLst/>
            <a:rect l="l" t="t" r="r" b="b"/>
            <a:pathLst>
              <a:path w="4942205" h="0">
                <a:moveTo>
                  <a:pt x="0" y="0"/>
                </a:moveTo>
                <a:lnTo>
                  <a:pt x="4941924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1819861" y="5374810"/>
            <a:ext cx="4967605" cy="0"/>
          </a:xfrm>
          <a:custGeom>
            <a:avLst/>
            <a:gdLst/>
            <a:ahLst/>
            <a:cxnLst/>
            <a:rect l="l" t="t" r="r" b="b"/>
            <a:pathLst>
              <a:path w="4967605" h="0">
                <a:moveTo>
                  <a:pt x="0" y="0"/>
                </a:moveTo>
                <a:lnTo>
                  <a:pt x="4967398" y="0"/>
                </a:lnTo>
              </a:path>
            </a:pathLst>
          </a:custGeom>
          <a:ln w="2553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1845335" y="7200369"/>
            <a:ext cx="4942205" cy="0"/>
          </a:xfrm>
          <a:custGeom>
            <a:avLst/>
            <a:gdLst/>
            <a:ahLst/>
            <a:cxnLst/>
            <a:rect l="l" t="t" r="r" b="b"/>
            <a:pathLst>
              <a:path w="4942205" h="0">
                <a:moveTo>
                  <a:pt x="0" y="0"/>
                </a:moveTo>
                <a:lnTo>
                  <a:pt x="4941924" y="0"/>
                </a:lnTo>
              </a:path>
            </a:pathLst>
          </a:custGeom>
          <a:ln w="2553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6292038" y="9038693"/>
            <a:ext cx="4942205" cy="0"/>
          </a:xfrm>
          <a:custGeom>
            <a:avLst/>
            <a:gdLst/>
            <a:ahLst/>
            <a:cxnLst/>
            <a:rect l="l" t="t" r="r" b="b"/>
            <a:pathLst>
              <a:path w="4942205" h="0">
                <a:moveTo>
                  <a:pt x="0" y="0"/>
                </a:moveTo>
                <a:lnTo>
                  <a:pt x="4941924" y="0"/>
                </a:lnTo>
              </a:path>
            </a:pathLst>
          </a:custGeom>
          <a:ln w="2553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738741" y="9038693"/>
            <a:ext cx="4942205" cy="0"/>
          </a:xfrm>
          <a:custGeom>
            <a:avLst/>
            <a:gdLst/>
            <a:ahLst/>
            <a:cxnLst/>
            <a:rect l="l" t="t" r="r" b="b"/>
            <a:pathLst>
              <a:path w="4942205" h="0">
                <a:moveTo>
                  <a:pt x="0" y="0"/>
                </a:moveTo>
                <a:lnTo>
                  <a:pt x="4941924" y="0"/>
                </a:lnTo>
              </a:path>
            </a:pathLst>
          </a:custGeom>
          <a:ln w="2553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dirty="0" spc="50"/>
              <a:t>Empowering</a:t>
            </a:r>
            <a:r>
              <a:rPr dirty="0" spc="60"/>
              <a:t> </a:t>
            </a:r>
            <a:r>
              <a:rPr dirty="0" spc="50"/>
              <a:t>Our</a:t>
            </a:r>
            <a:r>
              <a:rPr dirty="0" spc="-185"/>
              <a:t> </a:t>
            </a:r>
            <a:r>
              <a:rPr dirty="0" spc="85"/>
              <a:t>Teams</a:t>
            </a:r>
            <a:r>
              <a:rPr dirty="0" spc="-204"/>
              <a:t> </a:t>
            </a:r>
            <a:r>
              <a:rPr dirty="0" spc="160"/>
              <a:t>with</a:t>
            </a:r>
            <a:r>
              <a:rPr dirty="0" spc="-360"/>
              <a:t> </a:t>
            </a:r>
            <a:r>
              <a:rPr dirty="0" spc="180"/>
              <a:t>a</a:t>
            </a:r>
            <a:r>
              <a:rPr dirty="0" spc="-260"/>
              <a:t> </a:t>
            </a:r>
            <a:r>
              <a:rPr dirty="0"/>
              <a:t>Simple</a:t>
            </a:r>
            <a:r>
              <a:rPr dirty="0" spc="-185"/>
              <a:t> </a:t>
            </a:r>
            <a:r>
              <a:rPr dirty="0" spc="245"/>
              <a:t>3-</a:t>
            </a:r>
            <a:r>
              <a:rPr dirty="0" spc="300"/>
              <a:t>Step</a:t>
            </a:r>
            <a:r>
              <a:rPr dirty="0" spc="-295"/>
              <a:t> </a:t>
            </a:r>
            <a:r>
              <a:rPr dirty="0" spc="100"/>
              <a:t>Pattern</a:t>
            </a:r>
          </a:p>
        </p:txBody>
      </p:sp>
      <p:sp>
        <p:nvSpPr>
          <p:cNvPr id="25" name="object 2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00"/>
              </a:lnSpc>
            </a:pPr>
            <a:r>
              <a:rPr dirty="0" sz="1300" spc="-20"/>
              <a:t>Isl\</a:t>
            </a:r>
            <a:r>
              <a:rPr dirty="0" sz="1300" spc="-45"/>
              <a:t> </a:t>
            </a:r>
            <a:r>
              <a:rPr dirty="0" spc="-10">
                <a:solidFill>
                  <a:srgbClr val="151311"/>
                </a:solidFill>
              </a:rPr>
              <a:t>N</a:t>
            </a:r>
            <a:r>
              <a:rPr dirty="0" spc="-10"/>
              <a:t>otebookL</a:t>
            </a:r>
            <a:r>
              <a:rPr dirty="0" spc="-10">
                <a:solidFill>
                  <a:srgbClr val="151311"/>
                </a:solidFill>
              </a:rPr>
              <a:t>M</a:t>
            </a:r>
            <a:endParaRPr sz="1300"/>
          </a:p>
        </p:txBody>
      </p:sp>
      <p:sp>
        <p:nvSpPr>
          <p:cNvPr id="15" name="object 15"/>
          <p:cNvSpPr txBox="1"/>
          <p:nvPr/>
        </p:nvSpPr>
        <p:spPr>
          <a:xfrm>
            <a:off x="744477" y="1513119"/>
            <a:ext cx="15941040" cy="52387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3250">
                <a:solidFill>
                  <a:srgbClr val="181816"/>
                </a:solidFill>
                <a:latin typeface="Times New Roman"/>
                <a:cs typeface="Times New Roman"/>
              </a:rPr>
              <a:t>Building</a:t>
            </a:r>
            <a:r>
              <a:rPr dirty="0" sz="3250" spc="190">
                <a:solidFill>
                  <a:srgbClr val="181816"/>
                </a:solidFill>
                <a:latin typeface="Times New Roman"/>
                <a:cs typeface="Times New Roman"/>
              </a:rPr>
              <a:t> </a:t>
            </a:r>
            <a:r>
              <a:rPr dirty="0" sz="3250" spc="65">
                <a:solidFill>
                  <a:srgbClr val="030301"/>
                </a:solidFill>
                <a:latin typeface="Times New Roman"/>
                <a:cs typeface="Times New Roman"/>
              </a:rPr>
              <a:t>new</a:t>
            </a:r>
            <a:r>
              <a:rPr dirty="0" sz="3250" spc="-20">
                <a:solidFill>
                  <a:srgbClr val="030301"/>
                </a:solidFill>
                <a:latin typeface="Times New Roman"/>
                <a:cs typeface="Times New Roman"/>
              </a:rPr>
              <a:t> </a:t>
            </a:r>
            <a:r>
              <a:rPr dirty="0" sz="3250">
                <a:solidFill>
                  <a:srgbClr val="181816"/>
                </a:solidFill>
                <a:latin typeface="Times New Roman"/>
                <a:cs typeface="Times New Roman"/>
              </a:rPr>
              <a:t>intelligent</a:t>
            </a:r>
            <a:r>
              <a:rPr dirty="0" sz="3250" spc="125">
                <a:solidFill>
                  <a:srgbClr val="181816"/>
                </a:solidFill>
                <a:latin typeface="Times New Roman"/>
                <a:cs typeface="Times New Roman"/>
              </a:rPr>
              <a:t> </a:t>
            </a:r>
            <a:r>
              <a:rPr dirty="0" sz="3250" spc="90">
                <a:solidFill>
                  <a:srgbClr val="181816"/>
                </a:solidFill>
                <a:latin typeface="Times New Roman"/>
                <a:cs typeface="Times New Roman"/>
              </a:rPr>
              <a:t>document</a:t>
            </a:r>
            <a:r>
              <a:rPr dirty="0" sz="3250" spc="140">
                <a:solidFill>
                  <a:srgbClr val="181816"/>
                </a:solidFill>
                <a:latin typeface="Times New Roman"/>
                <a:cs typeface="Times New Roman"/>
              </a:rPr>
              <a:t> </a:t>
            </a:r>
            <a:r>
              <a:rPr dirty="0" sz="3250">
                <a:solidFill>
                  <a:srgbClr val="181816"/>
                </a:solidFill>
                <a:latin typeface="Times New Roman"/>
                <a:cs typeface="Times New Roman"/>
              </a:rPr>
              <a:t>applications</a:t>
            </a:r>
            <a:r>
              <a:rPr dirty="0" sz="3250" spc="90">
                <a:solidFill>
                  <a:srgbClr val="181816"/>
                </a:solidFill>
                <a:latin typeface="Times New Roman"/>
                <a:cs typeface="Times New Roman"/>
              </a:rPr>
              <a:t> </a:t>
            </a:r>
            <a:r>
              <a:rPr dirty="0" sz="3250">
                <a:solidFill>
                  <a:srgbClr val="181816"/>
                </a:solidFill>
                <a:latin typeface="Times New Roman"/>
                <a:cs typeface="Times New Roman"/>
              </a:rPr>
              <a:t>is</a:t>
            </a:r>
            <a:r>
              <a:rPr dirty="0" sz="3250" spc="135">
                <a:solidFill>
                  <a:srgbClr val="181816"/>
                </a:solidFill>
                <a:latin typeface="Times New Roman"/>
                <a:cs typeface="Times New Roman"/>
              </a:rPr>
              <a:t> </a:t>
            </a:r>
            <a:r>
              <a:rPr dirty="0" sz="3250" spc="50">
                <a:solidFill>
                  <a:srgbClr val="181816"/>
                </a:solidFill>
                <a:latin typeface="Times New Roman"/>
                <a:cs typeface="Times New Roman"/>
              </a:rPr>
              <a:t>now</a:t>
            </a:r>
            <a:r>
              <a:rPr dirty="0" sz="3250" spc="-75">
                <a:solidFill>
                  <a:srgbClr val="181816"/>
                </a:solidFill>
                <a:latin typeface="Times New Roman"/>
                <a:cs typeface="Times New Roman"/>
              </a:rPr>
              <a:t> </a:t>
            </a:r>
            <a:r>
              <a:rPr dirty="0" sz="3250">
                <a:solidFill>
                  <a:srgbClr val="181816"/>
                </a:solidFill>
                <a:latin typeface="Times New Roman"/>
                <a:cs typeface="Times New Roman"/>
              </a:rPr>
              <a:t>a</a:t>
            </a:r>
            <a:r>
              <a:rPr dirty="0" sz="3250" spc="-45">
                <a:solidFill>
                  <a:srgbClr val="181816"/>
                </a:solidFill>
                <a:latin typeface="Times New Roman"/>
                <a:cs typeface="Times New Roman"/>
              </a:rPr>
              <a:t> </a:t>
            </a:r>
            <a:r>
              <a:rPr dirty="0" sz="3250" spc="75">
                <a:solidFill>
                  <a:srgbClr val="181816"/>
                </a:solidFill>
                <a:latin typeface="Times New Roman"/>
                <a:cs typeface="Times New Roman"/>
              </a:rPr>
              <a:t>straightforward,</a:t>
            </a:r>
            <a:r>
              <a:rPr dirty="0" sz="3250" spc="-80">
                <a:solidFill>
                  <a:srgbClr val="181816"/>
                </a:solidFill>
                <a:latin typeface="Times New Roman"/>
                <a:cs typeface="Times New Roman"/>
              </a:rPr>
              <a:t> </a:t>
            </a:r>
            <a:r>
              <a:rPr dirty="0" sz="3250" spc="75">
                <a:solidFill>
                  <a:srgbClr val="181816"/>
                </a:solidFill>
                <a:latin typeface="Times New Roman"/>
                <a:cs typeface="Times New Roman"/>
              </a:rPr>
              <a:t>repeatable</a:t>
            </a:r>
            <a:r>
              <a:rPr dirty="0" sz="3250" spc="235">
                <a:solidFill>
                  <a:srgbClr val="181816"/>
                </a:solidFill>
                <a:latin typeface="Times New Roman"/>
                <a:cs typeface="Times New Roman"/>
              </a:rPr>
              <a:t> </a:t>
            </a:r>
            <a:r>
              <a:rPr dirty="0" sz="3250" spc="55">
                <a:solidFill>
                  <a:srgbClr val="030301"/>
                </a:solidFill>
                <a:latin typeface="Times New Roman"/>
                <a:cs typeface="Times New Roman"/>
              </a:rPr>
              <a:t>process.</a:t>
            </a:r>
            <a:endParaRPr sz="325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15291" y="2312386"/>
            <a:ext cx="4523740" cy="2308225"/>
          </a:xfrm>
          <a:prstGeom prst="rect">
            <a:avLst/>
          </a:prstGeom>
        </p:spPr>
        <p:txBody>
          <a:bodyPr wrap="square" lIns="0" tIns="268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115"/>
              </a:spcBef>
            </a:pPr>
            <a:r>
              <a:rPr dirty="0" sz="3600" spc="-135" b="1">
                <a:solidFill>
                  <a:srgbClr val="030301"/>
                </a:solidFill>
                <a:latin typeface="Arial"/>
                <a:cs typeface="Arial"/>
              </a:rPr>
              <a:t>1:</a:t>
            </a:r>
            <a:r>
              <a:rPr dirty="0" sz="3600" spc="-515" b="1">
                <a:solidFill>
                  <a:srgbClr val="030301"/>
                </a:solidFill>
                <a:latin typeface="Arial"/>
                <a:cs typeface="Arial"/>
              </a:rPr>
              <a:t> </a:t>
            </a:r>
            <a:r>
              <a:rPr dirty="0" sz="3600" spc="-25" b="1">
                <a:solidFill>
                  <a:srgbClr val="030301"/>
                </a:solidFill>
                <a:latin typeface="Arial"/>
                <a:cs typeface="Arial"/>
              </a:rPr>
              <a:t>Define</a:t>
            </a:r>
            <a:r>
              <a:rPr dirty="0" sz="3600" spc="-200" b="1">
                <a:solidFill>
                  <a:srgbClr val="030301"/>
                </a:solidFill>
                <a:latin typeface="Arial"/>
                <a:cs typeface="Arial"/>
              </a:rPr>
              <a:t> </a:t>
            </a:r>
            <a:r>
              <a:rPr dirty="0" sz="3600" spc="-195" b="1">
                <a:solidFill>
                  <a:srgbClr val="030301"/>
                </a:solidFill>
                <a:latin typeface="Arial"/>
                <a:cs typeface="Arial"/>
              </a:rPr>
              <a:t>Your</a:t>
            </a:r>
            <a:r>
              <a:rPr dirty="0" sz="3600" spc="-40" b="1">
                <a:solidFill>
                  <a:srgbClr val="030301"/>
                </a:solidFill>
                <a:latin typeface="Arial"/>
                <a:cs typeface="Arial"/>
              </a:rPr>
              <a:t> </a:t>
            </a:r>
            <a:r>
              <a:rPr dirty="0" sz="3600" spc="-35" b="1">
                <a:solidFill>
                  <a:srgbClr val="030301"/>
                </a:solidFill>
                <a:latin typeface="Arial"/>
                <a:cs typeface="Arial"/>
              </a:rPr>
              <a:t>Agents</a:t>
            </a:r>
            <a:endParaRPr sz="3600">
              <a:latin typeface="Arial"/>
              <a:cs typeface="Arial"/>
            </a:endParaRPr>
          </a:p>
          <a:p>
            <a:pPr algn="just" marL="21590" marR="460375" indent="7620">
              <a:lnSpc>
                <a:spcPts val="3220"/>
              </a:lnSpc>
              <a:spcBef>
                <a:spcPts val="2035"/>
              </a:spcBef>
            </a:pPr>
            <a:r>
              <a:rPr dirty="0" sz="2950">
                <a:solidFill>
                  <a:srgbClr val="181816"/>
                </a:solidFill>
                <a:latin typeface="Times New Roman"/>
                <a:cs typeface="Times New Roman"/>
              </a:rPr>
              <a:t>Business:</a:t>
            </a:r>
            <a:r>
              <a:rPr dirty="0" sz="2950" spc="120">
                <a:solidFill>
                  <a:srgbClr val="181816"/>
                </a:solidFill>
                <a:latin typeface="Times New Roman"/>
                <a:cs typeface="Times New Roman"/>
              </a:rPr>
              <a:t> </a:t>
            </a:r>
            <a:r>
              <a:rPr dirty="0" sz="2950">
                <a:solidFill>
                  <a:srgbClr val="181816"/>
                </a:solidFill>
                <a:latin typeface="Times New Roman"/>
                <a:cs typeface="Times New Roman"/>
              </a:rPr>
              <a:t>Reuse</a:t>
            </a:r>
            <a:r>
              <a:rPr dirty="0" sz="2950" spc="-20">
                <a:solidFill>
                  <a:srgbClr val="181816"/>
                </a:solidFill>
                <a:latin typeface="Times New Roman"/>
                <a:cs typeface="Times New Roman"/>
              </a:rPr>
              <a:t> </a:t>
            </a:r>
            <a:r>
              <a:rPr dirty="0" sz="2950">
                <a:solidFill>
                  <a:srgbClr val="181816"/>
                </a:solidFill>
                <a:latin typeface="Times New Roman"/>
                <a:cs typeface="Times New Roman"/>
              </a:rPr>
              <a:t>the</a:t>
            </a:r>
            <a:r>
              <a:rPr dirty="0" sz="2950" spc="365">
                <a:solidFill>
                  <a:srgbClr val="181816"/>
                </a:solidFill>
                <a:latin typeface="Times New Roman"/>
                <a:cs typeface="Times New Roman"/>
              </a:rPr>
              <a:t> </a:t>
            </a:r>
            <a:r>
              <a:rPr dirty="0" sz="2950" spc="60">
                <a:solidFill>
                  <a:srgbClr val="181816"/>
                </a:solidFill>
                <a:latin typeface="Times New Roman"/>
                <a:cs typeface="Times New Roman"/>
              </a:rPr>
              <a:t>agent </a:t>
            </a:r>
            <a:r>
              <a:rPr dirty="0" sz="2950" spc="65">
                <a:solidFill>
                  <a:srgbClr val="181816"/>
                </a:solidFill>
                <a:latin typeface="Times New Roman"/>
                <a:cs typeface="Times New Roman"/>
              </a:rPr>
              <a:t>framework,</a:t>
            </a:r>
            <a:r>
              <a:rPr dirty="0" sz="2950" spc="114">
                <a:solidFill>
                  <a:srgbClr val="181816"/>
                </a:solidFill>
                <a:latin typeface="Times New Roman"/>
                <a:cs typeface="Times New Roman"/>
              </a:rPr>
              <a:t> </a:t>
            </a:r>
            <a:r>
              <a:rPr dirty="0" sz="2950" spc="40">
                <a:solidFill>
                  <a:srgbClr val="181816"/>
                </a:solidFill>
                <a:latin typeface="Times New Roman"/>
                <a:cs typeface="Times New Roman"/>
              </a:rPr>
              <a:t>focus</a:t>
            </a:r>
            <a:r>
              <a:rPr dirty="0" sz="2950" spc="-155">
                <a:solidFill>
                  <a:srgbClr val="181816"/>
                </a:solidFill>
                <a:latin typeface="Times New Roman"/>
                <a:cs typeface="Times New Roman"/>
              </a:rPr>
              <a:t> </a:t>
            </a:r>
            <a:r>
              <a:rPr dirty="0" sz="2950">
                <a:solidFill>
                  <a:srgbClr val="181816"/>
                </a:solidFill>
                <a:latin typeface="Times New Roman"/>
                <a:cs typeface="Times New Roman"/>
              </a:rPr>
              <a:t>only</a:t>
            </a:r>
            <a:r>
              <a:rPr dirty="0" sz="2950" spc="-45">
                <a:solidFill>
                  <a:srgbClr val="181816"/>
                </a:solidFill>
                <a:latin typeface="Times New Roman"/>
                <a:cs typeface="Times New Roman"/>
              </a:rPr>
              <a:t> </a:t>
            </a:r>
            <a:r>
              <a:rPr dirty="0" sz="2950" spc="-25">
                <a:solidFill>
                  <a:srgbClr val="181816"/>
                </a:solidFill>
                <a:latin typeface="Times New Roman"/>
                <a:cs typeface="Times New Roman"/>
              </a:rPr>
              <a:t>on </a:t>
            </a:r>
            <a:r>
              <a:rPr dirty="0" sz="2950" spc="70">
                <a:solidFill>
                  <a:srgbClr val="181816"/>
                </a:solidFill>
                <a:latin typeface="Times New Roman"/>
                <a:cs typeface="Times New Roman"/>
              </a:rPr>
              <a:t>business</a:t>
            </a:r>
            <a:r>
              <a:rPr dirty="0" sz="2950" spc="-130">
                <a:solidFill>
                  <a:srgbClr val="181816"/>
                </a:solidFill>
                <a:latin typeface="Times New Roman"/>
                <a:cs typeface="Times New Roman"/>
              </a:rPr>
              <a:t> </a:t>
            </a:r>
            <a:r>
              <a:rPr dirty="0" sz="2950" spc="-10">
                <a:solidFill>
                  <a:srgbClr val="030301"/>
                </a:solidFill>
                <a:latin typeface="Times New Roman"/>
                <a:cs typeface="Times New Roman"/>
              </a:rPr>
              <a:t>logic.</a:t>
            </a:r>
            <a:endParaRPr sz="295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276349" y="2566325"/>
            <a:ext cx="4591685" cy="2054225"/>
          </a:xfrm>
          <a:prstGeom prst="rect">
            <a:avLst/>
          </a:prstGeom>
        </p:spPr>
        <p:txBody>
          <a:bodyPr wrap="square" lIns="0" tIns="63500" rIns="0" bIns="0" rtlCol="0" vert="horz">
            <a:spAutoFit/>
          </a:bodyPr>
          <a:lstStyle/>
          <a:p>
            <a:pPr marL="13970" marR="514984" indent="2540">
              <a:lnSpc>
                <a:spcPts val="4020"/>
              </a:lnSpc>
              <a:spcBef>
                <a:spcPts val="500"/>
              </a:spcBef>
            </a:pPr>
            <a:r>
              <a:rPr dirty="0" sz="3600" spc="110" b="1">
                <a:solidFill>
                  <a:srgbClr val="030301"/>
                </a:solidFill>
                <a:latin typeface="Arial"/>
                <a:cs typeface="Arial"/>
              </a:rPr>
              <a:t>2:</a:t>
            </a:r>
            <a:r>
              <a:rPr dirty="0" sz="3600" spc="-590" b="1">
                <a:solidFill>
                  <a:srgbClr val="030301"/>
                </a:solidFill>
                <a:latin typeface="Arial"/>
                <a:cs typeface="Arial"/>
              </a:rPr>
              <a:t> </a:t>
            </a:r>
            <a:r>
              <a:rPr dirty="0" sz="3600" spc="-40" b="1">
                <a:solidFill>
                  <a:srgbClr val="030301"/>
                </a:solidFill>
                <a:latin typeface="Arial"/>
                <a:cs typeface="Arial"/>
              </a:rPr>
              <a:t>Orchestrate</a:t>
            </a:r>
            <a:r>
              <a:rPr dirty="0" sz="3600" spc="-170" b="1">
                <a:solidFill>
                  <a:srgbClr val="030301"/>
                </a:solidFill>
                <a:latin typeface="Arial"/>
                <a:cs typeface="Arial"/>
              </a:rPr>
              <a:t> </a:t>
            </a:r>
            <a:r>
              <a:rPr dirty="0" sz="3600" spc="-20" b="1">
                <a:solidFill>
                  <a:srgbClr val="030301"/>
                </a:solidFill>
                <a:latin typeface="Arial"/>
                <a:cs typeface="Arial"/>
              </a:rPr>
              <a:t>with </a:t>
            </a:r>
            <a:r>
              <a:rPr dirty="0" sz="3600" spc="-10" b="1">
                <a:solidFill>
                  <a:srgbClr val="030301"/>
                </a:solidFill>
                <a:latin typeface="Arial"/>
                <a:cs typeface="Arial"/>
              </a:rPr>
              <a:t>Workflows</a:t>
            </a:r>
            <a:endParaRPr sz="3600">
              <a:latin typeface="Arial"/>
              <a:cs typeface="Arial"/>
            </a:endParaRPr>
          </a:p>
          <a:p>
            <a:pPr marL="13970" marR="5080" indent="-1905">
              <a:lnSpc>
                <a:spcPts val="3220"/>
              </a:lnSpc>
              <a:spcBef>
                <a:spcPts val="1145"/>
              </a:spcBef>
            </a:pPr>
            <a:r>
              <a:rPr dirty="0" sz="2950">
                <a:solidFill>
                  <a:srgbClr val="181816"/>
                </a:solidFill>
                <a:latin typeface="Times New Roman"/>
                <a:cs typeface="Times New Roman"/>
              </a:rPr>
              <a:t>Automatic</a:t>
            </a:r>
            <a:r>
              <a:rPr dirty="0" sz="2950" spc="70">
                <a:solidFill>
                  <a:srgbClr val="181816"/>
                </a:solidFill>
                <a:latin typeface="Times New Roman"/>
                <a:cs typeface="Times New Roman"/>
              </a:rPr>
              <a:t> state</a:t>
            </a:r>
            <a:r>
              <a:rPr dirty="0" sz="2950" spc="55">
                <a:solidFill>
                  <a:srgbClr val="181816"/>
                </a:solidFill>
                <a:latin typeface="Times New Roman"/>
                <a:cs typeface="Times New Roman"/>
              </a:rPr>
              <a:t> </a:t>
            </a:r>
            <a:r>
              <a:rPr dirty="0" sz="2950" spc="75">
                <a:solidFill>
                  <a:srgbClr val="181816"/>
                </a:solidFill>
                <a:latin typeface="Times New Roman"/>
                <a:cs typeface="Times New Roman"/>
              </a:rPr>
              <a:t>management </a:t>
            </a:r>
            <a:r>
              <a:rPr dirty="0" sz="2950" spc="105">
                <a:solidFill>
                  <a:srgbClr val="181816"/>
                </a:solidFill>
                <a:latin typeface="Times New Roman"/>
                <a:cs typeface="Times New Roman"/>
              </a:rPr>
              <a:t>ensures</a:t>
            </a:r>
            <a:r>
              <a:rPr dirty="0" sz="2950" spc="-75">
                <a:solidFill>
                  <a:srgbClr val="181816"/>
                </a:solidFill>
                <a:latin typeface="Times New Roman"/>
                <a:cs typeface="Times New Roman"/>
              </a:rPr>
              <a:t> </a:t>
            </a:r>
            <a:r>
              <a:rPr dirty="0" sz="2950" spc="130">
                <a:solidFill>
                  <a:srgbClr val="030301"/>
                </a:solidFill>
                <a:latin typeface="Times New Roman"/>
                <a:cs typeface="Times New Roman"/>
              </a:rPr>
              <a:t>no</a:t>
            </a:r>
            <a:r>
              <a:rPr dirty="0" sz="2950" spc="-120">
                <a:solidFill>
                  <a:srgbClr val="030301"/>
                </a:solidFill>
                <a:latin typeface="Times New Roman"/>
                <a:cs typeface="Times New Roman"/>
              </a:rPr>
              <a:t> </a:t>
            </a:r>
            <a:r>
              <a:rPr dirty="0" sz="2950" spc="70">
                <a:solidFill>
                  <a:srgbClr val="030301"/>
                </a:solidFill>
                <a:latin typeface="Times New Roman"/>
                <a:cs typeface="Times New Roman"/>
              </a:rPr>
              <a:t>data</a:t>
            </a:r>
            <a:r>
              <a:rPr dirty="0" sz="2950" spc="-120">
                <a:solidFill>
                  <a:srgbClr val="030301"/>
                </a:solidFill>
                <a:latin typeface="Times New Roman"/>
                <a:cs typeface="Times New Roman"/>
              </a:rPr>
              <a:t> </a:t>
            </a:r>
            <a:r>
              <a:rPr dirty="0" sz="2950" spc="60">
                <a:solidFill>
                  <a:srgbClr val="181816"/>
                </a:solidFill>
                <a:latin typeface="Times New Roman"/>
                <a:cs typeface="Times New Roman"/>
              </a:rPr>
              <a:t>loss.</a:t>
            </a:r>
            <a:endParaRPr sz="295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57846" y="5106789"/>
            <a:ext cx="4891405" cy="3733165"/>
          </a:xfrm>
          <a:prstGeom prst="rect">
            <a:avLst/>
          </a:prstGeom>
        </p:spPr>
        <p:txBody>
          <a:bodyPr wrap="square" lIns="0" tIns="60325" rIns="0" bIns="0" rtlCol="0" vert="horz">
            <a:spAutoFit/>
          </a:bodyPr>
          <a:lstStyle/>
          <a:p>
            <a:pPr marL="217804" marR="350520" indent="9525">
              <a:lnSpc>
                <a:spcPts val="2920"/>
              </a:lnSpc>
              <a:spcBef>
                <a:spcPts val="475"/>
              </a:spcBef>
            </a:pPr>
            <a:r>
              <a:rPr dirty="0" sz="2700" spc="-445">
                <a:solidFill>
                  <a:srgbClr val="694254"/>
                </a:solidFill>
                <a:latin typeface="Courier New"/>
                <a:cs typeface="Courier New"/>
              </a:rPr>
              <a:t>public</a:t>
            </a:r>
            <a:r>
              <a:rPr dirty="0" sz="2700" spc="-465">
                <a:solidFill>
                  <a:srgbClr val="694254"/>
                </a:solidFill>
                <a:latin typeface="Courier New"/>
                <a:cs typeface="Courier New"/>
              </a:rPr>
              <a:t> </a:t>
            </a:r>
            <a:r>
              <a:rPr dirty="0" sz="2700" spc="-415">
                <a:solidFill>
                  <a:srgbClr val="694254"/>
                </a:solidFill>
                <a:latin typeface="Courier New"/>
                <a:cs typeface="Courier New"/>
              </a:rPr>
              <a:t>class</a:t>
            </a:r>
            <a:r>
              <a:rPr dirty="0" sz="2700" spc="-365">
                <a:solidFill>
                  <a:srgbClr val="694254"/>
                </a:solidFill>
                <a:latin typeface="Courier New"/>
                <a:cs typeface="Courier New"/>
              </a:rPr>
              <a:t> </a:t>
            </a:r>
            <a:r>
              <a:rPr dirty="0" sz="2700" spc="-445">
                <a:solidFill>
                  <a:srgbClr val="181816"/>
                </a:solidFill>
                <a:latin typeface="Courier New"/>
                <a:cs typeface="Courier New"/>
              </a:rPr>
              <a:t>MyAgent</a:t>
            </a:r>
            <a:r>
              <a:rPr dirty="0" sz="2700" spc="-430">
                <a:solidFill>
                  <a:srgbClr val="181816"/>
                </a:solidFill>
                <a:latin typeface="Courier New"/>
                <a:cs typeface="Courier New"/>
              </a:rPr>
              <a:t> </a:t>
            </a:r>
            <a:r>
              <a:rPr dirty="0" sz="2700" spc="-440">
                <a:solidFill>
                  <a:srgbClr val="694254"/>
                </a:solidFill>
                <a:latin typeface="Courier New"/>
                <a:cs typeface="Courier New"/>
              </a:rPr>
              <a:t>extends </a:t>
            </a:r>
            <a:r>
              <a:rPr dirty="0" sz="2700" spc="-415">
                <a:solidFill>
                  <a:srgbClr val="181816"/>
                </a:solidFill>
                <a:latin typeface="Courier New"/>
                <a:cs typeface="Courier New"/>
              </a:rPr>
              <a:t>Agent</a:t>
            </a:r>
            <a:r>
              <a:rPr dirty="0" sz="2700" spc="-955">
                <a:solidFill>
                  <a:srgbClr val="181816"/>
                </a:solidFill>
                <a:latin typeface="Courier New"/>
                <a:cs typeface="Courier New"/>
              </a:rPr>
              <a:t> </a:t>
            </a:r>
            <a:r>
              <a:rPr dirty="0" sz="2700" spc="-459">
                <a:solidFill>
                  <a:srgbClr val="181816"/>
                </a:solidFill>
                <a:latin typeface="Courier New"/>
                <a:cs typeface="Courier New"/>
              </a:rPr>
              <a:t>{</a:t>
            </a:r>
            <a:endParaRPr sz="2700">
              <a:latin typeface="Courier New"/>
              <a:cs typeface="Courier New"/>
            </a:endParaRPr>
          </a:p>
          <a:p>
            <a:pPr marL="533400">
              <a:lnSpc>
                <a:spcPts val="2705"/>
              </a:lnSpc>
            </a:pPr>
            <a:r>
              <a:rPr dirty="0" sz="2700" spc="-445">
                <a:solidFill>
                  <a:srgbClr val="694254"/>
                </a:solidFill>
                <a:latin typeface="Courier New"/>
                <a:cs typeface="Courier New"/>
              </a:rPr>
              <a:t>public</a:t>
            </a:r>
            <a:r>
              <a:rPr dirty="0" sz="2700" spc="-355">
                <a:solidFill>
                  <a:srgbClr val="694254"/>
                </a:solidFill>
                <a:latin typeface="Courier New"/>
                <a:cs typeface="Courier New"/>
              </a:rPr>
              <a:t> </a:t>
            </a:r>
            <a:r>
              <a:rPr dirty="0" sz="2700" spc="-440">
                <a:solidFill>
                  <a:srgbClr val="181816"/>
                </a:solidFill>
                <a:latin typeface="Courier New"/>
                <a:cs typeface="Courier New"/>
              </a:rPr>
              <a:t>Effect&lt;String&gt;</a:t>
            </a:r>
            <a:endParaRPr sz="2700">
              <a:latin typeface="Courier New"/>
              <a:cs typeface="Courier New"/>
            </a:endParaRPr>
          </a:p>
          <a:p>
            <a:pPr marL="533400">
              <a:lnSpc>
                <a:spcPts val="2915"/>
              </a:lnSpc>
            </a:pPr>
            <a:r>
              <a:rPr dirty="0" sz="2700" spc="-430">
                <a:solidFill>
                  <a:srgbClr val="181816"/>
                </a:solidFill>
                <a:latin typeface="Courier New"/>
                <a:cs typeface="Courier New"/>
              </a:rPr>
              <a:t>process(MyRequest</a:t>
            </a:r>
            <a:r>
              <a:rPr dirty="0" sz="2700" spc="-395">
                <a:solidFill>
                  <a:srgbClr val="181816"/>
                </a:solidFill>
                <a:latin typeface="Courier New"/>
                <a:cs typeface="Courier New"/>
              </a:rPr>
              <a:t> </a:t>
            </a:r>
            <a:r>
              <a:rPr dirty="0" sz="2700" spc="-425">
                <a:solidFill>
                  <a:srgbClr val="181816"/>
                </a:solidFill>
                <a:latin typeface="Courier New"/>
                <a:cs typeface="Courier New"/>
              </a:rPr>
              <a:t>request)</a:t>
            </a:r>
            <a:endParaRPr sz="2700">
              <a:latin typeface="Courier New"/>
              <a:cs typeface="Courier New"/>
            </a:endParaRPr>
          </a:p>
          <a:p>
            <a:pPr marL="923290" marR="146050" indent="-756285">
              <a:lnSpc>
                <a:spcPts val="2920"/>
              </a:lnSpc>
              <a:spcBef>
                <a:spcPts val="204"/>
              </a:spcBef>
              <a:tabLst>
                <a:tab pos="830580" algn="l"/>
              </a:tabLst>
            </a:pPr>
            <a:r>
              <a:rPr dirty="0" sz="2700" spc="-459">
                <a:solidFill>
                  <a:srgbClr val="181816"/>
                </a:solidFill>
                <a:latin typeface="Courier New"/>
                <a:cs typeface="Courier New"/>
              </a:rPr>
              <a:t>{</a:t>
            </a:r>
            <a:r>
              <a:rPr dirty="0" sz="2700">
                <a:solidFill>
                  <a:srgbClr val="181816"/>
                </a:solidFill>
                <a:latin typeface="Courier New"/>
                <a:cs typeface="Courier New"/>
              </a:rPr>
              <a:t>	</a:t>
            </a:r>
            <a:r>
              <a:rPr dirty="0" sz="2700" spc="-445">
                <a:solidFill>
                  <a:srgbClr val="694254"/>
                </a:solidFill>
                <a:latin typeface="Courier New"/>
                <a:cs typeface="Courier New"/>
              </a:rPr>
              <a:t>return</a:t>
            </a:r>
            <a:r>
              <a:rPr dirty="0" sz="2700" spc="-345">
                <a:solidFill>
                  <a:srgbClr val="694254"/>
                </a:solidFill>
                <a:latin typeface="Courier New"/>
                <a:cs typeface="Courier New"/>
              </a:rPr>
              <a:t> </a:t>
            </a:r>
            <a:r>
              <a:rPr dirty="0" sz="2700" spc="-425">
                <a:solidFill>
                  <a:srgbClr val="181816"/>
                </a:solidFill>
                <a:latin typeface="Courier New"/>
                <a:cs typeface="Courier New"/>
              </a:rPr>
              <a:t>effects().model( </a:t>
            </a:r>
            <a:r>
              <a:rPr dirty="0" sz="2700" spc="-405">
                <a:solidFill>
                  <a:srgbClr val="181816"/>
                </a:solidFill>
                <a:latin typeface="Courier New"/>
                <a:cs typeface="Courier New"/>
              </a:rPr>
              <a:t>(modelProvider.create())</a:t>
            </a:r>
            <a:endParaRPr sz="2700">
              <a:latin typeface="Courier New"/>
              <a:cs typeface="Courier New"/>
            </a:endParaRPr>
          </a:p>
          <a:p>
            <a:pPr marL="807720">
              <a:lnSpc>
                <a:spcPts val="2605"/>
              </a:lnSpc>
            </a:pPr>
            <a:r>
              <a:rPr dirty="0" sz="2700" spc="-425">
                <a:solidFill>
                  <a:srgbClr val="030301"/>
                </a:solidFill>
                <a:latin typeface="Courier New"/>
                <a:cs typeface="Courier New"/>
              </a:rPr>
              <a:t>.userMessage(buildMessage</a:t>
            </a:r>
            <a:endParaRPr sz="2700">
              <a:latin typeface="Courier New"/>
              <a:cs typeface="Courier New"/>
            </a:endParaRPr>
          </a:p>
          <a:p>
            <a:pPr marL="770890">
              <a:lnSpc>
                <a:spcPts val="3080"/>
              </a:lnSpc>
            </a:pPr>
            <a:r>
              <a:rPr dirty="0" sz="2700" spc="-425">
                <a:solidFill>
                  <a:srgbClr val="181816"/>
                </a:solidFill>
                <a:latin typeface="Courier New"/>
                <a:cs typeface="Courier New"/>
              </a:rPr>
              <a:t>(request)).thenReply();</a:t>
            </a:r>
            <a:endParaRPr sz="2700">
              <a:latin typeface="Courier New"/>
              <a:cs typeface="Courier New"/>
            </a:endParaRPr>
          </a:p>
          <a:p>
            <a:pPr marL="516890">
              <a:lnSpc>
                <a:spcPct val="100000"/>
              </a:lnSpc>
              <a:spcBef>
                <a:spcPts val="75"/>
              </a:spcBef>
            </a:pPr>
            <a:r>
              <a:rPr dirty="0" sz="2200" spc="-305">
                <a:solidFill>
                  <a:srgbClr val="181816"/>
                </a:solidFill>
                <a:latin typeface="Times New Roman"/>
                <a:cs typeface="Times New Roman"/>
              </a:rPr>
              <a:t>}</a:t>
            </a:r>
            <a:endParaRPr sz="2200">
              <a:latin typeface="Times New Roman"/>
              <a:cs typeface="Times New Roman"/>
            </a:endParaRPr>
          </a:p>
          <a:p>
            <a:pPr marL="211454">
              <a:lnSpc>
                <a:spcPct val="100000"/>
              </a:lnSpc>
              <a:spcBef>
                <a:spcPts val="275"/>
              </a:spcBef>
            </a:pPr>
            <a:r>
              <a:rPr dirty="0" sz="2200" spc="-305">
                <a:solidFill>
                  <a:srgbClr val="181816"/>
                </a:solidFill>
                <a:latin typeface="Times New Roman"/>
                <a:cs typeface="Times New Roman"/>
              </a:rPr>
              <a:t>}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311143" y="5106789"/>
            <a:ext cx="4878705" cy="3733165"/>
          </a:xfrm>
          <a:prstGeom prst="rect">
            <a:avLst/>
          </a:prstGeom>
        </p:spPr>
        <p:txBody>
          <a:bodyPr wrap="square" lIns="0" tIns="60325" rIns="0" bIns="0" rtlCol="0" vert="horz">
            <a:spAutoFit/>
          </a:bodyPr>
          <a:lstStyle/>
          <a:p>
            <a:pPr marL="200660" marR="533400" indent="13970">
              <a:lnSpc>
                <a:spcPts val="2920"/>
              </a:lnSpc>
              <a:spcBef>
                <a:spcPts val="475"/>
              </a:spcBef>
            </a:pPr>
            <a:r>
              <a:rPr dirty="0" sz="2700" spc="-445">
                <a:solidFill>
                  <a:srgbClr val="694254"/>
                </a:solidFill>
                <a:latin typeface="Courier New"/>
                <a:cs typeface="Courier New"/>
              </a:rPr>
              <a:t>public</a:t>
            </a:r>
            <a:r>
              <a:rPr dirty="0" sz="2700" spc="-475">
                <a:solidFill>
                  <a:srgbClr val="694254"/>
                </a:solidFill>
                <a:latin typeface="Courier New"/>
                <a:cs typeface="Courier New"/>
              </a:rPr>
              <a:t> </a:t>
            </a:r>
            <a:r>
              <a:rPr dirty="0" sz="2700" spc="-395">
                <a:solidFill>
                  <a:srgbClr val="694254"/>
                </a:solidFill>
                <a:latin typeface="Courier New"/>
                <a:cs typeface="Courier New"/>
              </a:rPr>
              <a:t>class</a:t>
            </a:r>
            <a:r>
              <a:rPr dirty="0" sz="2700" spc="-450">
                <a:solidFill>
                  <a:srgbClr val="694254"/>
                </a:solidFill>
                <a:latin typeface="Courier New"/>
                <a:cs typeface="Courier New"/>
              </a:rPr>
              <a:t> </a:t>
            </a:r>
            <a:r>
              <a:rPr dirty="0" sz="2700" spc="-440">
                <a:solidFill>
                  <a:srgbClr val="181816"/>
                </a:solidFill>
                <a:latin typeface="Courier New"/>
                <a:cs typeface="Courier New"/>
              </a:rPr>
              <a:t>MyWorkflow </a:t>
            </a:r>
            <a:r>
              <a:rPr dirty="0" sz="2700" spc="-430">
                <a:solidFill>
                  <a:srgbClr val="694254"/>
                </a:solidFill>
                <a:latin typeface="Courier New"/>
                <a:cs typeface="Courier New"/>
              </a:rPr>
              <a:t>extends</a:t>
            </a:r>
            <a:r>
              <a:rPr dirty="0" sz="2700" spc="-345">
                <a:solidFill>
                  <a:srgbClr val="694254"/>
                </a:solidFill>
                <a:latin typeface="Courier New"/>
                <a:cs typeface="Courier New"/>
              </a:rPr>
              <a:t> </a:t>
            </a:r>
            <a:r>
              <a:rPr dirty="0" sz="2700" spc="-415">
                <a:solidFill>
                  <a:srgbClr val="181816"/>
                </a:solidFill>
                <a:latin typeface="Courier New"/>
                <a:cs typeface="Courier New"/>
              </a:rPr>
              <a:t>Workflow&lt;MyState&gt;</a:t>
            </a:r>
            <a:r>
              <a:rPr dirty="0" sz="2700" spc="-1005">
                <a:solidFill>
                  <a:srgbClr val="181816"/>
                </a:solidFill>
                <a:latin typeface="Courier New"/>
                <a:cs typeface="Courier New"/>
              </a:rPr>
              <a:t> </a:t>
            </a:r>
            <a:r>
              <a:rPr dirty="0" sz="2700" spc="-459">
                <a:solidFill>
                  <a:srgbClr val="181816"/>
                </a:solidFill>
                <a:latin typeface="Courier New"/>
                <a:cs typeface="Courier New"/>
              </a:rPr>
              <a:t>{</a:t>
            </a:r>
            <a:endParaRPr sz="2700">
              <a:latin typeface="Courier New"/>
              <a:cs typeface="Courier New"/>
            </a:endParaRPr>
          </a:p>
          <a:p>
            <a:pPr marL="533400">
              <a:lnSpc>
                <a:spcPts val="2705"/>
              </a:lnSpc>
            </a:pPr>
            <a:r>
              <a:rPr dirty="0" sz="2700" spc="-445">
                <a:solidFill>
                  <a:srgbClr val="694254"/>
                </a:solidFill>
                <a:latin typeface="Courier New"/>
                <a:cs typeface="Courier New"/>
              </a:rPr>
              <a:t>private</a:t>
            </a:r>
            <a:r>
              <a:rPr dirty="0" sz="2700" spc="-484">
                <a:solidFill>
                  <a:srgbClr val="694254"/>
                </a:solidFill>
                <a:latin typeface="Courier New"/>
                <a:cs typeface="Courier New"/>
              </a:rPr>
              <a:t> </a:t>
            </a:r>
            <a:r>
              <a:rPr dirty="0" sz="2700" spc="-455">
                <a:solidFill>
                  <a:srgbClr val="181816"/>
                </a:solidFill>
                <a:latin typeface="Courier New"/>
                <a:cs typeface="Courier New"/>
              </a:rPr>
              <a:t>StepEffect</a:t>
            </a:r>
            <a:endParaRPr sz="2700">
              <a:latin typeface="Courier New"/>
              <a:cs typeface="Courier New"/>
            </a:endParaRPr>
          </a:p>
          <a:p>
            <a:pPr marL="533400">
              <a:lnSpc>
                <a:spcPts val="2915"/>
              </a:lnSpc>
            </a:pPr>
            <a:r>
              <a:rPr dirty="0" sz="2700" spc="-430">
                <a:solidFill>
                  <a:srgbClr val="181816"/>
                </a:solidFill>
                <a:latin typeface="Courier New"/>
                <a:cs typeface="Courier New"/>
              </a:rPr>
              <a:t>processStep()</a:t>
            </a:r>
            <a:r>
              <a:rPr dirty="0" sz="2700" spc="-855">
                <a:solidFill>
                  <a:srgbClr val="181816"/>
                </a:solidFill>
                <a:latin typeface="Courier New"/>
                <a:cs typeface="Courier New"/>
              </a:rPr>
              <a:t> </a:t>
            </a:r>
            <a:r>
              <a:rPr dirty="0" sz="2700" spc="-475">
                <a:solidFill>
                  <a:srgbClr val="181816"/>
                </a:solidFill>
                <a:latin typeface="Courier New"/>
                <a:cs typeface="Courier New"/>
              </a:rPr>
              <a:t>{</a:t>
            </a:r>
            <a:endParaRPr sz="2700">
              <a:latin typeface="Courier New"/>
              <a:cs typeface="Courier New"/>
            </a:endParaRPr>
          </a:p>
          <a:p>
            <a:pPr marL="452120" marR="183515" indent="377825">
              <a:lnSpc>
                <a:spcPct val="88900"/>
              </a:lnSpc>
              <a:spcBef>
                <a:spcPts val="200"/>
              </a:spcBef>
            </a:pPr>
            <a:r>
              <a:rPr dirty="0" sz="2700" spc="-445">
                <a:solidFill>
                  <a:srgbClr val="694254"/>
                </a:solidFill>
                <a:latin typeface="Courier New"/>
                <a:cs typeface="Courier New"/>
              </a:rPr>
              <a:t>return</a:t>
            </a:r>
            <a:r>
              <a:rPr dirty="0" sz="2700" spc="-450">
                <a:solidFill>
                  <a:srgbClr val="694254"/>
                </a:solidFill>
                <a:latin typeface="Courier New"/>
                <a:cs typeface="Courier New"/>
              </a:rPr>
              <a:t> </a:t>
            </a:r>
            <a:r>
              <a:rPr dirty="0" sz="2700" spc="-440">
                <a:solidFill>
                  <a:srgbClr val="181816"/>
                </a:solidFill>
                <a:latin typeface="Courier New"/>
                <a:cs typeface="Courier New"/>
              </a:rPr>
              <a:t>stepEffects().upd </a:t>
            </a:r>
            <a:r>
              <a:rPr dirty="0" sz="2700" spc="-425">
                <a:solidFill>
                  <a:srgbClr val="181816"/>
                </a:solidFill>
                <a:latin typeface="Courier New"/>
                <a:cs typeface="Courier New"/>
              </a:rPr>
              <a:t>ateState(state.withResult( (result)).thenTransitionTo( </a:t>
            </a:r>
            <a:r>
              <a:rPr dirty="0" sz="2700" spc="-440">
                <a:solidFill>
                  <a:srgbClr val="181816"/>
                </a:solidFill>
                <a:latin typeface="Courier New"/>
                <a:cs typeface="Courier New"/>
              </a:rPr>
              <a:t>MyWorkflow::nextStep);</a:t>
            </a:r>
            <a:endParaRPr sz="2700">
              <a:latin typeface="Courier New"/>
              <a:cs typeface="Courier New"/>
            </a:endParaRPr>
          </a:p>
          <a:p>
            <a:pPr marL="516890">
              <a:lnSpc>
                <a:spcPct val="100000"/>
              </a:lnSpc>
              <a:spcBef>
                <a:spcPts val="75"/>
              </a:spcBef>
            </a:pPr>
            <a:r>
              <a:rPr dirty="0" sz="2200" spc="-315">
                <a:solidFill>
                  <a:srgbClr val="181816"/>
                </a:solidFill>
                <a:latin typeface="Times New Roman"/>
                <a:cs typeface="Times New Roman"/>
              </a:rPr>
              <a:t>}</a:t>
            </a:r>
            <a:endParaRPr sz="2200">
              <a:latin typeface="Times New Roman"/>
              <a:cs typeface="Times New Roman"/>
            </a:endParaRPr>
          </a:p>
          <a:p>
            <a:pPr marL="198755">
              <a:lnSpc>
                <a:spcPct val="100000"/>
              </a:lnSpc>
              <a:spcBef>
                <a:spcPts val="275"/>
              </a:spcBef>
            </a:pPr>
            <a:r>
              <a:rPr dirty="0" sz="2200" spc="-315">
                <a:solidFill>
                  <a:srgbClr val="181816"/>
                </a:solidFill>
                <a:latin typeface="Times New Roman"/>
                <a:cs typeface="Times New Roman"/>
              </a:rPr>
              <a:t>}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1821362" y="2566325"/>
            <a:ext cx="4432300" cy="2475230"/>
          </a:xfrm>
          <a:prstGeom prst="rect">
            <a:avLst/>
          </a:prstGeom>
        </p:spPr>
        <p:txBody>
          <a:bodyPr wrap="square" lIns="0" tIns="63500" rIns="0" bIns="0" rtlCol="0" vert="horz">
            <a:spAutoFit/>
          </a:bodyPr>
          <a:lstStyle/>
          <a:p>
            <a:pPr marL="25400" marR="5080" indent="-6350">
              <a:lnSpc>
                <a:spcPts val="4020"/>
              </a:lnSpc>
              <a:spcBef>
                <a:spcPts val="500"/>
              </a:spcBef>
            </a:pPr>
            <a:r>
              <a:rPr dirty="0" sz="3600" spc="140" b="1">
                <a:solidFill>
                  <a:srgbClr val="030301"/>
                </a:solidFill>
                <a:latin typeface="Arial"/>
                <a:cs typeface="Arial"/>
              </a:rPr>
              <a:t>3:</a:t>
            </a:r>
            <a:r>
              <a:rPr dirty="0" sz="3600" spc="-625" b="1">
                <a:solidFill>
                  <a:srgbClr val="030301"/>
                </a:solidFill>
                <a:latin typeface="Arial"/>
                <a:cs typeface="Arial"/>
              </a:rPr>
              <a:t> </a:t>
            </a:r>
            <a:r>
              <a:rPr dirty="0" sz="3600" spc="-75" b="1">
                <a:solidFill>
                  <a:srgbClr val="030301"/>
                </a:solidFill>
                <a:latin typeface="Arial"/>
                <a:cs typeface="Arial"/>
              </a:rPr>
              <a:t>Configure</a:t>
            </a:r>
            <a:r>
              <a:rPr dirty="0" sz="3600" spc="-85" b="1">
                <a:solidFill>
                  <a:srgbClr val="030301"/>
                </a:solidFill>
                <a:latin typeface="Arial"/>
                <a:cs typeface="Arial"/>
              </a:rPr>
              <a:t> </a:t>
            </a:r>
            <a:r>
              <a:rPr dirty="0" sz="3600" spc="-60" b="1">
                <a:solidFill>
                  <a:srgbClr val="030301"/>
                </a:solidFill>
                <a:latin typeface="Arial"/>
                <a:cs typeface="Arial"/>
              </a:rPr>
              <a:t>via</a:t>
            </a:r>
            <a:r>
              <a:rPr dirty="0" sz="3600" spc="-295" b="1">
                <a:solidFill>
                  <a:srgbClr val="030301"/>
                </a:solidFill>
                <a:latin typeface="Arial"/>
                <a:cs typeface="Arial"/>
              </a:rPr>
              <a:t> </a:t>
            </a:r>
            <a:r>
              <a:rPr dirty="0" sz="3600" spc="-50" b="1">
                <a:solidFill>
                  <a:srgbClr val="030301"/>
                </a:solidFill>
                <a:latin typeface="Arial"/>
                <a:cs typeface="Arial"/>
              </a:rPr>
              <a:t>Files (No</a:t>
            </a:r>
            <a:r>
              <a:rPr dirty="0" sz="3600" spc="-335" b="1">
                <a:solidFill>
                  <a:srgbClr val="030301"/>
                </a:solidFill>
                <a:latin typeface="Arial"/>
                <a:cs typeface="Arial"/>
              </a:rPr>
              <a:t> </a:t>
            </a:r>
            <a:r>
              <a:rPr dirty="0" sz="3600" spc="-55" b="1">
                <a:solidFill>
                  <a:srgbClr val="030301"/>
                </a:solidFill>
                <a:latin typeface="Arial"/>
                <a:cs typeface="Arial"/>
              </a:rPr>
              <a:t>Code</a:t>
            </a:r>
            <a:r>
              <a:rPr dirty="0" sz="3600" spc="-290" b="1">
                <a:solidFill>
                  <a:srgbClr val="030301"/>
                </a:solidFill>
                <a:latin typeface="Arial"/>
                <a:cs typeface="Arial"/>
              </a:rPr>
              <a:t> </a:t>
            </a:r>
            <a:r>
              <a:rPr dirty="0" sz="3600" spc="-10" b="1">
                <a:solidFill>
                  <a:srgbClr val="030301"/>
                </a:solidFill>
                <a:latin typeface="Arial"/>
                <a:cs typeface="Arial"/>
              </a:rPr>
              <a:t>Changes)</a:t>
            </a:r>
            <a:endParaRPr sz="3600">
              <a:latin typeface="Arial"/>
              <a:cs typeface="Arial"/>
            </a:endParaRPr>
          </a:p>
          <a:p>
            <a:pPr marL="12700" marR="107950" indent="4445">
              <a:lnSpc>
                <a:spcPct val="92300"/>
              </a:lnSpc>
              <a:spcBef>
                <a:spcPts val="1045"/>
              </a:spcBef>
            </a:pPr>
            <a:r>
              <a:rPr dirty="0" sz="2950">
                <a:solidFill>
                  <a:srgbClr val="181816"/>
                </a:solidFill>
                <a:latin typeface="Times New Roman"/>
                <a:cs typeface="Times New Roman"/>
              </a:rPr>
              <a:t>Business</a:t>
            </a:r>
            <a:r>
              <a:rPr dirty="0" sz="2950" spc="-15">
                <a:solidFill>
                  <a:srgbClr val="181816"/>
                </a:solidFill>
                <a:latin typeface="Times New Roman"/>
                <a:cs typeface="Times New Roman"/>
              </a:rPr>
              <a:t> </a:t>
            </a:r>
            <a:r>
              <a:rPr dirty="0" sz="2950" spc="105">
                <a:solidFill>
                  <a:srgbClr val="030301"/>
                </a:solidFill>
                <a:latin typeface="Times New Roman"/>
                <a:cs typeface="Times New Roman"/>
              </a:rPr>
              <a:t>users</a:t>
            </a:r>
            <a:r>
              <a:rPr dirty="0" sz="2950" spc="-55">
                <a:solidFill>
                  <a:srgbClr val="030301"/>
                </a:solidFill>
                <a:latin typeface="Times New Roman"/>
                <a:cs typeface="Times New Roman"/>
              </a:rPr>
              <a:t> </a:t>
            </a:r>
            <a:r>
              <a:rPr dirty="0" sz="2950" spc="80">
                <a:solidFill>
                  <a:srgbClr val="181816"/>
                </a:solidFill>
                <a:latin typeface="Times New Roman"/>
                <a:cs typeface="Times New Roman"/>
              </a:rPr>
              <a:t>can</a:t>
            </a:r>
            <a:r>
              <a:rPr dirty="0" sz="2950" spc="110">
                <a:solidFill>
                  <a:srgbClr val="181816"/>
                </a:solidFill>
                <a:latin typeface="Times New Roman"/>
                <a:cs typeface="Times New Roman"/>
              </a:rPr>
              <a:t> </a:t>
            </a:r>
            <a:r>
              <a:rPr dirty="0" sz="2950" spc="-10">
                <a:solidFill>
                  <a:srgbClr val="181816"/>
                </a:solidFill>
                <a:latin typeface="Times New Roman"/>
                <a:cs typeface="Times New Roman"/>
              </a:rPr>
              <a:t>modify </a:t>
            </a:r>
            <a:r>
              <a:rPr dirty="0" sz="2950" spc="50">
                <a:solidFill>
                  <a:srgbClr val="181816"/>
                </a:solidFill>
                <a:latin typeface="Times New Roman"/>
                <a:cs typeface="Times New Roman"/>
              </a:rPr>
              <a:t>behavior</a:t>
            </a:r>
            <a:r>
              <a:rPr dirty="0" sz="2950" spc="-95">
                <a:solidFill>
                  <a:srgbClr val="181816"/>
                </a:solidFill>
                <a:latin typeface="Times New Roman"/>
                <a:cs typeface="Times New Roman"/>
              </a:rPr>
              <a:t> </a:t>
            </a:r>
            <a:r>
              <a:rPr dirty="0" sz="2950" spc="70">
                <a:solidFill>
                  <a:srgbClr val="181816"/>
                </a:solidFill>
                <a:latin typeface="Times New Roman"/>
                <a:cs typeface="Times New Roman"/>
              </a:rPr>
              <a:t>without</a:t>
            </a:r>
            <a:r>
              <a:rPr dirty="0" sz="2950" spc="-35">
                <a:solidFill>
                  <a:srgbClr val="181816"/>
                </a:solidFill>
                <a:latin typeface="Times New Roman"/>
                <a:cs typeface="Times New Roman"/>
              </a:rPr>
              <a:t> </a:t>
            </a:r>
            <a:r>
              <a:rPr dirty="0" sz="2950" spc="40">
                <a:solidFill>
                  <a:srgbClr val="181816"/>
                </a:solidFill>
                <a:latin typeface="Times New Roman"/>
                <a:cs typeface="Times New Roman"/>
              </a:rPr>
              <a:t>developer </a:t>
            </a:r>
            <a:r>
              <a:rPr dirty="0" sz="2950" spc="70">
                <a:solidFill>
                  <a:srgbClr val="181816"/>
                </a:solidFill>
                <a:latin typeface="Times New Roman"/>
                <a:cs typeface="Times New Roman"/>
              </a:rPr>
              <a:t>intervention.</a:t>
            </a:r>
            <a:endParaRPr sz="295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2071159" y="5502540"/>
            <a:ext cx="1539875" cy="43942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5"/>
              </a:spcBef>
            </a:pPr>
            <a:r>
              <a:rPr dirty="0" sz="2700" spc="-445">
                <a:solidFill>
                  <a:srgbClr val="181816"/>
                </a:solidFill>
                <a:latin typeface="Courier New"/>
                <a:cs typeface="Courier New"/>
              </a:rPr>
              <a:t>my-</a:t>
            </a:r>
            <a:r>
              <a:rPr dirty="0" sz="2700" spc="-455">
                <a:solidFill>
                  <a:srgbClr val="181816"/>
                </a:solidFill>
                <a:latin typeface="Courier New"/>
                <a:cs typeface="Courier New"/>
              </a:rPr>
              <a:t>config/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2691143" y="6242975"/>
            <a:ext cx="1971039" cy="43942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5"/>
              </a:spcBef>
            </a:pPr>
            <a:r>
              <a:rPr dirty="0" sz="2700" spc="-470">
                <a:solidFill>
                  <a:srgbClr val="181816"/>
                </a:solidFill>
                <a:latin typeface="Courier New"/>
                <a:cs typeface="Courier New"/>
              </a:rPr>
              <a:t>prompts/*.txt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2120616" y="5751479"/>
            <a:ext cx="2241550" cy="126555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>
              <a:lnSpc>
                <a:spcPts val="3650"/>
              </a:lnSpc>
              <a:spcBef>
                <a:spcPts val="120"/>
              </a:spcBef>
              <a:tabLst>
                <a:tab pos="548640" algn="l"/>
              </a:tabLst>
            </a:pPr>
            <a:r>
              <a:rPr dirty="0" sz="3650" spc="-345">
                <a:solidFill>
                  <a:srgbClr val="181816"/>
                </a:solidFill>
                <a:latin typeface="Times New Roman"/>
                <a:cs typeface="Times New Roman"/>
              </a:rPr>
              <a:t>f-</a:t>
            </a:r>
            <a:r>
              <a:rPr dirty="0" sz="3650">
                <a:solidFill>
                  <a:srgbClr val="181816"/>
                </a:solidFill>
                <a:latin typeface="Times New Roman"/>
                <a:cs typeface="Times New Roman"/>
              </a:rPr>
              <a:t>	</a:t>
            </a:r>
            <a:r>
              <a:rPr dirty="0" sz="2700" spc="-455">
                <a:solidFill>
                  <a:srgbClr val="181816"/>
                </a:solidFill>
                <a:latin typeface="Courier New"/>
                <a:cs typeface="Courier New"/>
              </a:rPr>
              <a:t>config.json</a:t>
            </a:r>
            <a:endParaRPr sz="2700">
              <a:latin typeface="Courier New"/>
              <a:cs typeface="Courier New"/>
            </a:endParaRPr>
          </a:p>
          <a:p>
            <a:pPr>
              <a:lnSpc>
                <a:spcPts val="3650"/>
              </a:lnSpc>
            </a:pPr>
            <a:r>
              <a:rPr dirty="0" sz="3650" spc="-345">
                <a:solidFill>
                  <a:srgbClr val="181816"/>
                </a:solidFill>
                <a:latin typeface="Times New Roman"/>
                <a:cs typeface="Times New Roman"/>
              </a:rPr>
              <a:t>f-</a:t>
            </a:r>
            <a:endParaRPr sz="3650">
              <a:latin typeface="Times New Roman"/>
              <a:cs typeface="Times New Roman"/>
            </a:endParaRPr>
          </a:p>
          <a:p>
            <a:pPr marL="635">
              <a:lnSpc>
                <a:spcPct val="100000"/>
              </a:lnSpc>
              <a:spcBef>
                <a:spcPts val="280"/>
              </a:spcBef>
            </a:pPr>
            <a:r>
              <a:rPr dirty="0" sz="1800" spc="-25">
                <a:solidFill>
                  <a:srgbClr val="312F2D"/>
                </a:solidFill>
                <a:latin typeface="Arial"/>
                <a:cs typeface="Arial"/>
              </a:rPr>
              <a:t>L-</a:t>
            </a:r>
            <a:endParaRPr sz="18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2663974" y="6600428"/>
            <a:ext cx="2208530" cy="43942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5"/>
              </a:spcBef>
            </a:pPr>
            <a:r>
              <a:rPr dirty="0" sz="2700" spc="-425">
                <a:solidFill>
                  <a:srgbClr val="181816"/>
                </a:solidFill>
                <a:latin typeface="Courier New"/>
                <a:cs typeface="Courier New"/>
              </a:rPr>
              <a:t>schemas/*.json</a:t>
            </a:r>
            <a:endParaRPr sz="27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25927" y="1966250"/>
            <a:ext cx="2649278" cy="53617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71188" y="4238625"/>
            <a:ext cx="789688" cy="76596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495827" y="3625850"/>
            <a:ext cx="1248217" cy="40851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018346" y="5770562"/>
            <a:ext cx="1553904" cy="1251082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635630" y="1966250"/>
            <a:ext cx="1350112" cy="53617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151628" y="5157787"/>
            <a:ext cx="4483395" cy="919162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444880" y="7787613"/>
            <a:ext cx="968005" cy="66383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718573" y="7787613"/>
            <a:ext cx="1120848" cy="1327679"/>
          </a:xfrm>
          <a:prstGeom prst="rect">
            <a:avLst/>
          </a:prstGeom>
        </p:spPr>
      </p:pic>
      <p:sp>
        <p:nvSpPr>
          <p:cNvPr id="10" name="object 10"/>
          <p:cNvSpPr/>
          <p:nvPr/>
        </p:nvSpPr>
        <p:spPr>
          <a:xfrm>
            <a:off x="5566033" y="2502428"/>
            <a:ext cx="0" cy="1021715"/>
          </a:xfrm>
          <a:custGeom>
            <a:avLst/>
            <a:gdLst/>
            <a:ahLst/>
            <a:cxnLst/>
            <a:rect l="l" t="t" r="r" b="b"/>
            <a:pathLst>
              <a:path w="0" h="1021714">
                <a:moveTo>
                  <a:pt x="0" y="1021291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6241090" y="4749269"/>
            <a:ext cx="0" cy="1021715"/>
          </a:xfrm>
          <a:custGeom>
            <a:avLst/>
            <a:gdLst/>
            <a:ahLst/>
            <a:cxnLst/>
            <a:rect l="l" t="t" r="r" b="b"/>
            <a:pathLst>
              <a:path w="0" h="1021714">
                <a:moveTo>
                  <a:pt x="0" y="1021291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6534039" y="4034365"/>
            <a:ext cx="0" cy="1736725"/>
          </a:xfrm>
          <a:custGeom>
            <a:avLst/>
            <a:gdLst/>
            <a:ahLst/>
            <a:cxnLst/>
            <a:rect l="l" t="t" r="r" b="b"/>
            <a:pathLst>
              <a:path w="0" h="1736725">
                <a:moveTo>
                  <a:pt x="0" y="1736195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7705835" y="3600316"/>
            <a:ext cx="0" cy="408940"/>
          </a:xfrm>
          <a:custGeom>
            <a:avLst/>
            <a:gdLst/>
            <a:ahLst/>
            <a:cxnLst/>
            <a:rect l="l" t="t" r="r" b="b"/>
            <a:pathLst>
              <a:path w="0" h="408939">
                <a:moveTo>
                  <a:pt x="0" y="408516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8202576" y="3115203"/>
            <a:ext cx="0" cy="1864360"/>
          </a:xfrm>
          <a:custGeom>
            <a:avLst/>
            <a:gdLst/>
            <a:ahLst/>
            <a:cxnLst/>
            <a:rect l="l" t="t" r="r" b="b"/>
            <a:pathLst>
              <a:path w="0" h="1864360">
                <a:moveTo>
                  <a:pt x="0" y="1863856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12571339" y="3115203"/>
            <a:ext cx="0" cy="1864360"/>
          </a:xfrm>
          <a:custGeom>
            <a:avLst/>
            <a:gdLst/>
            <a:ahLst/>
            <a:cxnLst/>
            <a:rect l="l" t="t" r="r" b="b"/>
            <a:pathLst>
              <a:path w="0" h="1864360">
                <a:moveTo>
                  <a:pt x="0" y="1863856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6750567" y="3613082"/>
            <a:ext cx="993775" cy="0"/>
          </a:xfrm>
          <a:custGeom>
            <a:avLst/>
            <a:gdLst/>
            <a:ahLst/>
            <a:cxnLst/>
            <a:rect l="l" t="t" r="r" b="b"/>
            <a:pathLst>
              <a:path w="993775" h="0">
                <a:moveTo>
                  <a:pt x="0" y="0"/>
                </a:moveTo>
                <a:lnTo>
                  <a:pt x="993479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6890673" y="4647140"/>
            <a:ext cx="802640" cy="0"/>
          </a:xfrm>
          <a:custGeom>
            <a:avLst/>
            <a:gdLst/>
            <a:ahLst/>
            <a:cxnLst/>
            <a:rect l="l" t="t" r="r" b="b"/>
            <a:pathLst>
              <a:path w="802640" h="0">
                <a:moveTo>
                  <a:pt x="0" y="0"/>
                </a:moveTo>
                <a:lnTo>
                  <a:pt x="802425" y="0"/>
                </a:lnTo>
              </a:path>
            </a:pathLst>
          </a:custGeom>
          <a:ln w="2553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6750567" y="5374810"/>
            <a:ext cx="942975" cy="0"/>
          </a:xfrm>
          <a:custGeom>
            <a:avLst/>
            <a:gdLst/>
            <a:ahLst/>
            <a:cxnLst/>
            <a:rect l="l" t="t" r="r" b="b"/>
            <a:pathLst>
              <a:path w="942975" h="0">
                <a:moveTo>
                  <a:pt x="0" y="0"/>
                </a:moveTo>
                <a:lnTo>
                  <a:pt x="942532" y="0"/>
                </a:lnTo>
              </a:path>
            </a:pathLst>
          </a:custGeom>
          <a:ln w="2553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702516" y="459912"/>
            <a:ext cx="16000094" cy="6229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3900" b="1">
                <a:solidFill>
                  <a:srgbClr val="1A1A18"/>
                </a:solidFill>
                <a:latin typeface="Arial"/>
                <a:cs typeface="Arial"/>
              </a:rPr>
              <a:t>Built</a:t>
            </a:r>
            <a:r>
              <a:rPr dirty="0" sz="3900" spc="-65" b="1">
                <a:solidFill>
                  <a:srgbClr val="1A1A18"/>
                </a:solidFill>
                <a:latin typeface="Arial"/>
                <a:cs typeface="Arial"/>
              </a:rPr>
              <a:t> </a:t>
            </a:r>
            <a:r>
              <a:rPr dirty="0" sz="3900" spc="65" b="1">
                <a:solidFill>
                  <a:srgbClr val="1A1A18"/>
                </a:solidFill>
                <a:latin typeface="Arial"/>
                <a:cs typeface="Arial"/>
              </a:rPr>
              <a:t>for</a:t>
            </a:r>
            <a:r>
              <a:rPr dirty="0" sz="3900" spc="-35" b="1">
                <a:solidFill>
                  <a:srgbClr val="1A1A18"/>
                </a:solidFill>
                <a:latin typeface="Arial"/>
                <a:cs typeface="Arial"/>
              </a:rPr>
              <a:t> </a:t>
            </a:r>
            <a:r>
              <a:rPr dirty="0" sz="3900" spc="190" b="1">
                <a:solidFill>
                  <a:srgbClr val="1A1A18"/>
                </a:solidFill>
                <a:latin typeface="Arial"/>
                <a:cs typeface="Arial"/>
              </a:rPr>
              <a:t>the</a:t>
            </a:r>
            <a:r>
              <a:rPr dirty="0" sz="3900" spc="-300" b="1">
                <a:solidFill>
                  <a:srgbClr val="1A1A18"/>
                </a:solidFill>
                <a:latin typeface="Arial"/>
                <a:cs typeface="Arial"/>
              </a:rPr>
              <a:t> </a:t>
            </a:r>
            <a:r>
              <a:rPr dirty="0" sz="3900" b="1">
                <a:solidFill>
                  <a:srgbClr val="1A1A18"/>
                </a:solidFill>
                <a:latin typeface="Arial"/>
                <a:cs typeface="Arial"/>
              </a:rPr>
              <a:t>Enterprise:</a:t>
            </a:r>
            <a:r>
              <a:rPr dirty="0" sz="3900" spc="35" b="1">
                <a:solidFill>
                  <a:srgbClr val="1A1A18"/>
                </a:solidFill>
                <a:latin typeface="Arial"/>
                <a:cs typeface="Arial"/>
              </a:rPr>
              <a:t> </a:t>
            </a:r>
            <a:r>
              <a:rPr dirty="0" sz="3900" spc="55" b="1">
                <a:solidFill>
                  <a:srgbClr val="1A1A18"/>
                </a:solidFill>
                <a:latin typeface="Arial"/>
                <a:cs typeface="Arial"/>
              </a:rPr>
              <a:t>Secure,</a:t>
            </a:r>
            <a:r>
              <a:rPr dirty="0" sz="3900" spc="-150" b="1">
                <a:solidFill>
                  <a:srgbClr val="1A1A18"/>
                </a:solidFill>
                <a:latin typeface="Arial"/>
                <a:cs typeface="Arial"/>
              </a:rPr>
              <a:t> </a:t>
            </a:r>
            <a:r>
              <a:rPr dirty="0" sz="3900" spc="85" b="1">
                <a:solidFill>
                  <a:srgbClr val="1A1A18"/>
                </a:solidFill>
                <a:latin typeface="Arial"/>
                <a:cs typeface="Arial"/>
              </a:rPr>
              <a:t>Integrated,</a:t>
            </a:r>
            <a:r>
              <a:rPr dirty="0" sz="3900" spc="15" b="1">
                <a:solidFill>
                  <a:srgbClr val="1A1A18"/>
                </a:solidFill>
                <a:latin typeface="Arial"/>
                <a:cs typeface="Arial"/>
              </a:rPr>
              <a:t> </a:t>
            </a:r>
            <a:r>
              <a:rPr dirty="0" sz="3900" spc="110" b="1">
                <a:solidFill>
                  <a:srgbClr val="1A1A18"/>
                </a:solidFill>
                <a:latin typeface="Arial"/>
                <a:cs typeface="Arial"/>
              </a:rPr>
              <a:t>and</a:t>
            </a:r>
            <a:r>
              <a:rPr dirty="0" sz="3900" spc="-250" b="1">
                <a:solidFill>
                  <a:srgbClr val="1A1A18"/>
                </a:solidFill>
                <a:latin typeface="Arial"/>
                <a:cs typeface="Arial"/>
              </a:rPr>
              <a:t> </a:t>
            </a:r>
            <a:r>
              <a:rPr dirty="0" sz="3900" spc="70" b="1">
                <a:solidFill>
                  <a:srgbClr val="1A1A18"/>
                </a:solidFill>
                <a:latin typeface="Arial"/>
                <a:cs typeface="Arial"/>
              </a:rPr>
              <a:t>Production-</a:t>
            </a:r>
            <a:r>
              <a:rPr dirty="0" sz="3900" spc="75" b="1">
                <a:solidFill>
                  <a:srgbClr val="1A1A18"/>
                </a:solidFill>
                <a:latin typeface="Arial"/>
                <a:cs typeface="Arial"/>
              </a:rPr>
              <a:t>Ready</a:t>
            </a:r>
            <a:endParaRPr sz="39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854474" y="1710994"/>
            <a:ext cx="996950" cy="1638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900" spc="55">
                <a:solidFill>
                  <a:srgbClr val="464642"/>
                </a:solidFill>
                <a:latin typeface="Times New Roman"/>
                <a:cs typeface="Times New Roman"/>
              </a:rPr>
              <a:t>C</a:t>
            </a:r>
            <a:r>
              <a:rPr dirty="0" sz="900" spc="55">
                <a:solidFill>
                  <a:srgbClr val="2B2B28"/>
                </a:solidFill>
                <a:latin typeface="Times New Roman"/>
                <a:cs typeface="Times New Roman"/>
              </a:rPr>
              <a:t>h</a:t>
            </a:r>
            <a:r>
              <a:rPr dirty="0" sz="900" spc="55">
                <a:solidFill>
                  <a:srgbClr val="5D5D5B"/>
                </a:solidFill>
                <a:latin typeface="Times New Roman"/>
                <a:cs typeface="Times New Roman"/>
              </a:rPr>
              <a:t>a</a:t>
            </a:r>
            <a:r>
              <a:rPr dirty="0" sz="900" spc="55">
                <a:solidFill>
                  <a:srgbClr val="464642"/>
                </a:solidFill>
                <a:latin typeface="Times New Roman"/>
                <a:cs typeface="Times New Roman"/>
              </a:rPr>
              <a:t>nn</a:t>
            </a:r>
            <a:r>
              <a:rPr dirty="0" sz="900" spc="55">
                <a:solidFill>
                  <a:srgbClr val="5D5D5B"/>
                </a:solidFill>
                <a:latin typeface="Times New Roman"/>
                <a:cs typeface="Times New Roman"/>
              </a:rPr>
              <a:t>e</a:t>
            </a:r>
            <a:r>
              <a:rPr dirty="0" sz="900" spc="55">
                <a:solidFill>
                  <a:srgbClr val="464642"/>
                </a:solidFill>
                <a:latin typeface="Times New Roman"/>
                <a:cs typeface="Times New Roman"/>
              </a:rPr>
              <a:t>lS</a:t>
            </a:r>
            <a:r>
              <a:rPr dirty="0" sz="900" spc="-75">
                <a:solidFill>
                  <a:srgbClr val="464642"/>
                </a:solidFill>
                <a:latin typeface="Times New Roman"/>
                <a:cs typeface="Times New Roman"/>
              </a:rPr>
              <a:t> </a:t>
            </a:r>
            <a:r>
              <a:rPr dirty="0" sz="900" spc="-10">
                <a:solidFill>
                  <a:srgbClr val="5D5D5B"/>
                </a:solidFill>
                <a:latin typeface="Times New Roman"/>
                <a:cs typeface="Times New Roman"/>
              </a:rPr>
              <a:t>{</a:t>
            </a:r>
            <a:r>
              <a:rPr dirty="0" sz="900" spc="-10">
                <a:solidFill>
                  <a:srgbClr val="464642"/>
                </a:solidFill>
                <a:latin typeface="Times New Roman"/>
                <a:cs typeface="Times New Roman"/>
              </a:rPr>
              <a:t>Cli</a:t>
            </a:r>
            <a:r>
              <a:rPr dirty="0" sz="900" spc="-10">
                <a:solidFill>
                  <a:srgbClr val="5D5D5B"/>
                </a:solidFill>
                <a:latin typeface="Times New Roman"/>
                <a:cs typeface="Times New Roman"/>
              </a:rPr>
              <a:t>e</a:t>
            </a:r>
            <a:r>
              <a:rPr dirty="0" sz="900" spc="-10">
                <a:solidFill>
                  <a:srgbClr val="2B2B28"/>
                </a:solidFill>
                <a:latin typeface="Times New Roman"/>
                <a:cs typeface="Times New Roman"/>
              </a:rPr>
              <a:t>n</a:t>
            </a:r>
            <a:r>
              <a:rPr dirty="0" sz="900" spc="-10">
                <a:solidFill>
                  <a:srgbClr val="464642"/>
                </a:solidFill>
                <a:latin typeface="Times New Roman"/>
                <a:cs typeface="Times New Roman"/>
              </a:rPr>
              <a:t>ts)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01866" y="1708441"/>
            <a:ext cx="3646170" cy="2425700"/>
          </a:xfrm>
          <a:prstGeom prst="rect">
            <a:avLst/>
          </a:prstGeom>
        </p:spPr>
        <p:txBody>
          <a:bodyPr wrap="square" lIns="0" tIns="24637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939"/>
              </a:spcBef>
            </a:pPr>
            <a:r>
              <a:rPr dirty="0" sz="2600" b="1">
                <a:solidFill>
                  <a:srgbClr val="2A425D"/>
                </a:solidFill>
                <a:latin typeface="Arial"/>
                <a:cs typeface="Arial"/>
              </a:rPr>
              <a:t>Reliability</a:t>
            </a:r>
            <a:r>
              <a:rPr dirty="0" sz="2600" spc="40" b="1">
                <a:solidFill>
                  <a:srgbClr val="2A425D"/>
                </a:solidFill>
                <a:latin typeface="Arial"/>
                <a:cs typeface="Arial"/>
              </a:rPr>
              <a:t> </a:t>
            </a:r>
            <a:r>
              <a:rPr dirty="0" sz="2600" spc="55" b="1">
                <a:solidFill>
                  <a:srgbClr val="2A425D"/>
                </a:solidFill>
                <a:latin typeface="Arial"/>
                <a:cs typeface="Arial"/>
              </a:rPr>
              <a:t>&amp;</a:t>
            </a:r>
            <a:r>
              <a:rPr dirty="0" sz="2600" spc="-150" b="1">
                <a:solidFill>
                  <a:srgbClr val="2A425D"/>
                </a:solidFill>
                <a:latin typeface="Arial"/>
                <a:cs typeface="Arial"/>
              </a:rPr>
              <a:t> </a:t>
            </a:r>
            <a:r>
              <a:rPr dirty="0" sz="2600" spc="-10" b="1">
                <a:solidFill>
                  <a:srgbClr val="2A425D"/>
                </a:solidFill>
                <a:latin typeface="Arial"/>
                <a:cs typeface="Arial"/>
              </a:rPr>
              <a:t>Scale</a:t>
            </a:r>
            <a:endParaRPr sz="2600">
              <a:latin typeface="Arial"/>
              <a:cs typeface="Arial"/>
            </a:endParaRPr>
          </a:p>
          <a:p>
            <a:pPr marL="378460" marR="5080" indent="-231140">
              <a:lnSpc>
                <a:spcPct val="108200"/>
              </a:lnSpc>
              <a:spcBef>
                <a:spcPts val="1470"/>
              </a:spcBef>
              <a:buChar char="•"/>
              <a:tabLst>
                <a:tab pos="378460" algn="l"/>
                <a:tab pos="387985" algn="l"/>
              </a:tabLst>
            </a:pPr>
            <a:r>
              <a:rPr dirty="0" sz="2400">
                <a:solidFill>
                  <a:srgbClr val="1A1A18"/>
                </a:solidFill>
                <a:latin typeface="Times New Roman"/>
                <a:cs typeface="Times New Roman"/>
              </a:rPr>
              <a:t>	</a:t>
            </a:r>
            <a:r>
              <a:rPr dirty="0" sz="2400" spc="65">
                <a:solidFill>
                  <a:srgbClr val="1A1A18"/>
                </a:solidFill>
                <a:latin typeface="Times New Roman"/>
                <a:cs typeface="Times New Roman"/>
              </a:rPr>
              <a:t>Proven</a:t>
            </a:r>
            <a:r>
              <a:rPr dirty="0" sz="2400" spc="-40">
                <a:solidFill>
                  <a:srgbClr val="1A1A18"/>
                </a:solidFill>
                <a:latin typeface="Times New Roman"/>
                <a:cs typeface="Times New Roman"/>
              </a:rPr>
              <a:t> </a:t>
            </a:r>
            <a:r>
              <a:rPr dirty="0" sz="2400" spc="110">
                <a:solidFill>
                  <a:srgbClr val="2B2B28"/>
                </a:solidFill>
                <a:latin typeface="Times New Roman"/>
                <a:cs typeface="Times New Roman"/>
              </a:rPr>
              <a:t>actor</a:t>
            </a:r>
            <a:r>
              <a:rPr dirty="0" sz="2400" spc="15">
                <a:solidFill>
                  <a:srgbClr val="2B2B28"/>
                </a:solidFill>
                <a:latin typeface="Times New Roman"/>
                <a:cs typeface="Times New Roman"/>
              </a:rPr>
              <a:t> </a:t>
            </a:r>
            <a:r>
              <a:rPr dirty="0" sz="2400" spc="100">
                <a:solidFill>
                  <a:srgbClr val="1A1A18"/>
                </a:solidFill>
                <a:latin typeface="Times New Roman"/>
                <a:cs typeface="Times New Roman"/>
              </a:rPr>
              <a:t>model</a:t>
            </a:r>
            <a:r>
              <a:rPr dirty="0" sz="2400" spc="-5">
                <a:solidFill>
                  <a:srgbClr val="1A1A18"/>
                </a:solidFill>
                <a:latin typeface="Times New Roman"/>
                <a:cs typeface="Times New Roman"/>
              </a:rPr>
              <a:t> </a:t>
            </a:r>
            <a:r>
              <a:rPr dirty="0" sz="2400" spc="75">
                <a:solidFill>
                  <a:srgbClr val="2B2B28"/>
                </a:solidFill>
                <a:latin typeface="Times New Roman"/>
                <a:cs typeface="Times New Roman"/>
              </a:rPr>
              <a:t>with </a:t>
            </a:r>
            <a:r>
              <a:rPr dirty="0" sz="2400" spc="90">
                <a:solidFill>
                  <a:srgbClr val="2B2B28"/>
                </a:solidFill>
                <a:latin typeface="Times New Roman"/>
                <a:cs typeface="Times New Roman"/>
              </a:rPr>
              <a:t>supervision</a:t>
            </a:r>
            <a:r>
              <a:rPr dirty="0" sz="2400" spc="75">
                <a:solidFill>
                  <a:srgbClr val="2B2B28"/>
                </a:solidFill>
                <a:latin typeface="Times New Roman"/>
                <a:cs typeface="Times New Roman"/>
              </a:rPr>
              <a:t> </a:t>
            </a:r>
            <a:r>
              <a:rPr dirty="0" sz="2400" spc="75">
                <a:solidFill>
                  <a:srgbClr val="1A1A18"/>
                </a:solidFill>
                <a:latin typeface="Times New Roman"/>
                <a:cs typeface="Times New Roman"/>
              </a:rPr>
              <a:t>and </a:t>
            </a:r>
            <a:r>
              <a:rPr dirty="0" sz="2400" spc="100">
                <a:solidFill>
                  <a:srgbClr val="2B2B28"/>
                </a:solidFill>
                <a:latin typeface="Times New Roman"/>
                <a:cs typeface="Times New Roman"/>
              </a:rPr>
              <a:t>automatic</a:t>
            </a:r>
            <a:r>
              <a:rPr dirty="0" sz="2400" spc="-25">
                <a:solidFill>
                  <a:srgbClr val="2B2B28"/>
                </a:solidFill>
                <a:latin typeface="Times New Roman"/>
                <a:cs typeface="Times New Roman"/>
              </a:rPr>
              <a:t> </a:t>
            </a:r>
            <a:r>
              <a:rPr dirty="0" sz="2400" spc="114">
                <a:solidFill>
                  <a:srgbClr val="2B2B28"/>
                </a:solidFill>
                <a:latin typeface="Times New Roman"/>
                <a:cs typeface="Times New Roman"/>
              </a:rPr>
              <a:t>retries</a:t>
            </a:r>
            <a:r>
              <a:rPr dirty="0" sz="2400" spc="-105">
                <a:solidFill>
                  <a:srgbClr val="2B2B28"/>
                </a:solidFill>
                <a:latin typeface="Times New Roman"/>
                <a:cs typeface="Times New Roman"/>
              </a:rPr>
              <a:t> </a:t>
            </a:r>
            <a:r>
              <a:rPr dirty="0" sz="2400" spc="105">
                <a:solidFill>
                  <a:srgbClr val="1A1A18"/>
                </a:solidFill>
                <a:latin typeface="Times New Roman"/>
                <a:cs typeface="Times New Roman"/>
              </a:rPr>
              <a:t>for </a:t>
            </a:r>
            <a:r>
              <a:rPr dirty="0" sz="2400" spc="75">
                <a:solidFill>
                  <a:srgbClr val="1A1A18"/>
                </a:solidFill>
                <a:latin typeface="Times New Roman"/>
                <a:cs typeface="Times New Roman"/>
              </a:rPr>
              <a:t>fault</a:t>
            </a:r>
            <a:r>
              <a:rPr dirty="0" sz="2400" spc="-125">
                <a:solidFill>
                  <a:srgbClr val="1A1A18"/>
                </a:solidFill>
                <a:latin typeface="Times New Roman"/>
                <a:cs typeface="Times New Roman"/>
              </a:rPr>
              <a:t> </a:t>
            </a:r>
            <a:r>
              <a:rPr dirty="0" sz="2400" spc="90">
                <a:solidFill>
                  <a:srgbClr val="1A1A18"/>
                </a:solidFill>
                <a:latin typeface="Times New Roman"/>
                <a:cs typeface="Times New Roman"/>
              </a:rPr>
              <a:t>tolerance.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36597" y="4404650"/>
            <a:ext cx="3526154" cy="1465580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L="242570" marR="5080" indent="-230504">
              <a:lnSpc>
                <a:spcPts val="2810"/>
              </a:lnSpc>
              <a:spcBef>
                <a:spcPts val="265"/>
              </a:spcBef>
              <a:buChar char="•"/>
              <a:tabLst>
                <a:tab pos="242570" algn="l"/>
                <a:tab pos="252729" algn="l"/>
              </a:tabLst>
            </a:pPr>
            <a:r>
              <a:rPr dirty="0" sz="2400">
                <a:solidFill>
                  <a:srgbClr val="1A1A18"/>
                </a:solidFill>
                <a:latin typeface="Times New Roman"/>
                <a:cs typeface="Times New Roman"/>
              </a:rPr>
              <a:t>	</a:t>
            </a:r>
            <a:r>
              <a:rPr dirty="0" sz="2400" spc="60">
                <a:solidFill>
                  <a:srgbClr val="1A1A18"/>
                </a:solidFill>
                <a:latin typeface="Times New Roman"/>
                <a:cs typeface="Times New Roman"/>
              </a:rPr>
              <a:t>Durab</a:t>
            </a:r>
            <a:r>
              <a:rPr dirty="0" sz="2400" spc="60">
                <a:latin typeface="Times New Roman"/>
                <a:cs typeface="Times New Roman"/>
              </a:rPr>
              <a:t>l</a:t>
            </a:r>
            <a:r>
              <a:rPr dirty="0" sz="2400" spc="60">
                <a:solidFill>
                  <a:srgbClr val="1A1A18"/>
                </a:solidFill>
                <a:latin typeface="Times New Roman"/>
                <a:cs typeface="Times New Roman"/>
              </a:rPr>
              <a:t>e</a:t>
            </a:r>
            <a:r>
              <a:rPr dirty="0" sz="2400" spc="-40">
                <a:solidFill>
                  <a:srgbClr val="1A1A18"/>
                </a:solidFill>
                <a:latin typeface="Times New Roman"/>
                <a:cs typeface="Times New Roman"/>
              </a:rPr>
              <a:t> </a:t>
            </a:r>
            <a:r>
              <a:rPr dirty="0" sz="2400" spc="114">
                <a:solidFill>
                  <a:srgbClr val="2B2B28"/>
                </a:solidFill>
                <a:latin typeface="Times New Roman"/>
                <a:cs typeface="Times New Roman"/>
              </a:rPr>
              <a:t>state </a:t>
            </a:r>
            <a:r>
              <a:rPr dirty="0" sz="2400" spc="90">
                <a:solidFill>
                  <a:srgbClr val="1A1A18"/>
                </a:solidFill>
                <a:latin typeface="Times New Roman"/>
                <a:cs typeface="Times New Roman"/>
              </a:rPr>
              <a:t>persistence</a:t>
            </a:r>
            <a:r>
              <a:rPr dirty="0" sz="2400" spc="120">
                <a:solidFill>
                  <a:srgbClr val="1A1A18"/>
                </a:solidFill>
                <a:latin typeface="Times New Roman"/>
                <a:cs typeface="Times New Roman"/>
              </a:rPr>
              <a:t> </a:t>
            </a:r>
            <a:r>
              <a:rPr dirty="0" sz="2400" spc="95">
                <a:solidFill>
                  <a:srgbClr val="1A1A18"/>
                </a:solidFill>
                <a:latin typeface="Times New Roman"/>
                <a:cs typeface="Times New Roman"/>
              </a:rPr>
              <a:t>prevents</a:t>
            </a:r>
            <a:r>
              <a:rPr dirty="0" sz="2400" spc="-110">
                <a:solidFill>
                  <a:srgbClr val="1A1A18"/>
                </a:solidFill>
                <a:latin typeface="Times New Roman"/>
                <a:cs typeface="Times New Roman"/>
              </a:rPr>
              <a:t> </a:t>
            </a:r>
            <a:r>
              <a:rPr dirty="0" sz="2400" spc="40">
                <a:latin typeface="Times New Roman"/>
                <a:cs typeface="Times New Roman"/>
              </a:rPr>
              <a:t>l</a:t>
            </a:r>
            <a:r>
              <a:rPr dirty="0" sz="2400" spc="40">
                <a:solidFill>
                  <a:srgbClr val="1A1A18"/>
                </a:solidFill>
                <a:latin typeface="Times New Roman"/>
                <a:cs typeface="Times New Roman"/>
              </a:rPr>
              <a:t>ost </a:t>
            </a:r>
            <a:r>
              <a:rPr dirty="0" sz="2400" spc="100">
                <a:solidFill>
                  <a:srgbClr val="1A1A18"/>
                </a:solidFill>
                <a:latin typeface="Times New Roman"/>
                <a:cs typeface="Times New Roman"/>
              </a:rPr>
              <a:t>transactions</a:t>
            </a:r>
            <a:r>
              <a:rPr dirty="0" sz="2400" spc="25">
                <a:solidFill>
                  <a:srgbClr val="1A1A18"/>
                </a:solidFill>
                <a:latin typeface="Times New Roman"/>
                <a:cs typeface="Times New Roman"/>
              </a:rPr>
              <a:t> </a:t>
            </a:r>
            <a:r>
              <a:rPr dirty="0" sz="2400" spc="114">
                <a:solidFill>
                  <a:srgbClr val="1A1A18"/>
                </a:solidFill>
                <a:latin typeface="Times New Roman"/>
                <a:cs typeface="Times New Roman"/>
              </a:rPr>
              <a:t>during </a:t>
            </a:r>
            <a:r>
              <a:rPr dirty="0" sz="2400" spc="75">
                <a:solidFill>
                  <a:srgbClr val="2B2B28"/>
                </a:solidFill>
                <a:latin typeface="Times New Roman"/>
                <a:cs typeface="Times New Roman"/>
              </a:rPr>
              <a:t>failures.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23860" y="6140846"/>
            <a:ext cx="3282950" cy="1146810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248920" marR="5080" indent="-236854">
              <a:lnSpc>
                <a:spcPct val="103000"/>
              </a:lnSpc>
              <a:spcBef>
                <a:spcPts val="25"/>
              </a:spcBef>
              <a:buChar char="•"/>
              <a:tabLst>
                <a:tab pos="248920" algn="l"/>
                <a:tab pos="266065" algn="l"/>
              </a:tabLst>
            </a:pPr>
            <a:r>
              <a:rPr dirty="0" sz="2400">
                <a:solidFill>
                  <a:srgbClr val="1A1A18"/>
                </a:solidFill>
                <a:latin typeface="Times New Roman"/>
                <a:cs typeface="Times New Roman"/>
              </a:rPr>
              <a:t>	</a:t>
            </a:r>
            <a:r>
              <a:rPr dirty="0" sz="2400" spc="60">
                <a:solidFill>
                  <a:srgbClr val="1A1A18"/>
                </a:solidFill>
                <a:latin typeface="Times New Roman"/>
                <a:cs typeface="Times New Roman"/>
              </a:rPr>
              <a:t>Horizontally</a:t>
            </a:r>
            <a:r>
              <a:rPr dirty="0" sz="2400" spc="-30">
                <a:solidFill>
                  <a:srgbClr val="1A1A18"/>
                </a:solidFill>
                <a:latin typeface="Times New Roman"/>
                <a:cs typeface="Times New Roman"/>
              </a:rPr>
              <a:t> </a:t>
            </a:r>
            <a:r>
              <a:rPr dirty="0" sz="2400" spc="60">
                <a:solidFill>
                  <a:srgbClr val="2B2B28"/>
                </a:solidFill>
                <a:latin typeface="Times New Roman"/>
                <a:cs typeface="Times New Roman"/>
              </a:rPr>
              <a:t>scalable </a:t>
            </a:r>
            <a:r>
              <a:rPr dirty="0" sz="2400">
                <a:solidFill>
                  <a:srgbClr val="1A1A18"/>
                </a:solidFill>
                <a:latin typeface="Times New Roman"/>
                <a:cs typeface="Times New Roman"/>
              </a:rPr>
              <a:t>workflows</a:t>
            </a:r>
            <a:r>
              <a:rPr dirty="0" sz="2400" spc="330">
                <a:solidFill>
                  <a:srgbClr val="1A1A18"/>
                </a:solidFill>
                <a:latin typeface="Times New Roman"/>
                <a:cs typeface="Times New Roman"/>
              </a:rPr>
              <a:t> </a:t>
            </a:r>
            <a:r>
              <a:rPr dirty="0" sz="2400" spc="80">
                <a:solidFill>
                  <a:srgbClr val="1A1A18"/>
                </a:solidFill>
                <a:latin typeface="Times New Roman"/>
                <a:cs typeface="Times New Roman"/>
              </a:rPr>
              <a:t>distribute </a:t>
            </a:r>
            <a:r>
              <a:rPr dirty="0" sz="2400" spc="90">
                <a:solidFill>
                  <a:srgbClr val="1A1A18"/>
                </a:solidFill>
                <a:latin typeface="Times New Roman"/>
                <a:cs typeface="Times New Roman"/>
              </a:rPr>
              <a:t>load</a:t>
            </a:r>
            <a:r>
              <a:rPr dirty="0" sz="2400" spc="-10">
                <a:solidFill>
                  <a:srgbClr val="1A1A18"/>
                </a:solidFill>
                <a:latin typeface="Times New Roman"/>
                <a:cs typeface="Times New Roman"/>
              </a:rPr>
              <a:t> </a:t>
            </a:r>
            <a:r>
              <a:rPr dirty="0" sz="2400" spc="105">
                <a:solidFill>
                  <a:srgbClr val="1A1A18"/>
                </a:solidFill>
                <a:latin typeface="Times New Roman"/>
                <a:cs typeface="Times New Roman"/>
              </a:rPr>
              <a:t>across</a:t>
            </a:r>
            <a:r>
              <a:rPr dirty="0" sz="2400" spc="-85">
                <a:solidFill>
                  <a:srgbClr val="1A1A18"/>
                </a:solidFill>
                <a:latin typeface="Times New Roman"/>
                <a:cs typeface="Times New Roman"/>
              </a:rPr>
              <a:t> </a:t>
            </a:r>
            <a:r>
              <a:rPr dirty="0" sz="2400" spc="100">
                <a:solidFill>
                  <a:srgbClr val="2B2B28"/>
                </a:solidFill>
                <a:latin typeface="Times New Roman"/>
                <a:cs typeface="Times New Roman"/>
              </a:rPr>
              <a:t>the</a:t>
            </a:r>
            <a:r>
              <a:rPr dirty="0" sz="2400">
                <a:solidFill>
                  <a:srgbClr val="2B2B28"/>
                </a:solidFill>
                <a:latin typeface="Times New Roman"/>
                <a:cs typeface="Times New Roman"/>
              </a:rPr>
              <a:t> </a:t>
            </a:r>
            <a:r>
              <a:rPr dirty="0" sz="2400" spc="65">
                <a:solidFill>
                  <a:srgbClr val="1A1A18"/>
                </a:solidFill>
                <a:latin typeface="Times New Roman"/>
                <a:cs typeface="Times New Roman"/>
              </a:rPr>
              <a:t>cluster.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714331" y="5215301"/>
            <a:ext cx="123825" cy="3244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dirty="0" sz="1950" spc="-50">
                <a:solidFill>
                  <a:srgbClr val="B8BFBF"/>
                </a:solidFill>
                <a:latin typeface="Arial"/>
                <a:cs typeface="Arial"/>
              </a:rPr>
              <a:t>'</a:t>
            </a:r>
            <a:r>
              <a:rPr dirty="0" baseline="-22222" sz="2625" spc="-75">
                <a:solidFill>
                  <a:srgbClr val="B8BFBF"/>
                </a:solidFill>
                <a:latin typeface="Arial"/>
                <a:cs typeface="Arial"/>
              </a:rPr>
              <a:t>'</a:t>
            </a:r>
            <a:endParaRPr baseline="-22222" sz="2625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748837" y="5438662"/>
            <a:ext cx="208915" cy="430530"/>
          </a:xfrm>
          <a:prstGeom prst="rect">
            <a:avLst/>
          </a:prstGeom>
        </p:spPr>
        <p:txBody>
          <a:bodyPr wrap="square" lIns="0" tIns="450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55"/>
              </a:spcBef>
            </a:pPr>
            <a:r>
              <a:rPr dirty="0" sz="650">
                <a:solidFill>
                  <a:srgbClr val="B8BFBF"/>
                </a:solidFill>
                <a:latin typeface="Times New Roman"/>
                <a:cs typeface="Times New Roman"/>
              </a:rPr>
              <a:t>I</a:t>
            </a:r>
            <a:r>
              <a:rPr dirty="0" sz="650" spc="210">
                <a:solidFill>
                  <a:srgbClr val="B8BFBF"/>
                </a:solidFill>
                <a:latin typeface="Times New Roman"/>
                <a:cs typeface="Times New Roman"/>
              </a:rPr>
              <a:t>  </a:t>
            </a:r>
            <a:r>
              <a:rPr dirty="0" sz="650" spc="-25">
                <a:solidFill>
                  <a:srgbClr val="777775"/>
                </a:solidFill>
                <a:latin typeface="Times New Roman"/>
                <a:cs typeface="Times New Roman"/>
              </a:rPr>
              <a:t>:</a:t>
            </a:r>
            <a:r>
              <a:rPr dirty="0" sz="650" spc="-25">
                <a:solidFill>
                  <a:srgbClr val="A1A19E"/>
                </a:solidFill>
                <a:latin typeface="Times New Roman"/>
                <a:cs typeface="Times New Roman"/>
              </a:rPr>
              <a:t>•</a:t>
            </a:r>
            <a:endParaRPr sz="650">
              <a:latin typeface="Times New Roman"/>
              <a:cs typeface="Times New Roman"/>
            </a:endParaRPr>
          </a:p>
          <a:p>
            <a:pPr marL="133985">
              <a:lnSpc>
                <a:spcPct val="100000"/>
              </a:lnSpc>
              <a:spcBef>
                <a:spcPts val="530"/>
              </a:spcBef>
            </a:pPr>
            <a:r>
              <a:rPr dirty="0" sz="1350" spc="-50">
                <a:solidFill>
                  <a:srgbClr val="A1A19E"/>
                </a:solidFill>
                <a:latin typeface="Arial"/>
                <a:cs typeface="Arial"/>
              </a:rPr>
              <a:t>'</a:t>
            </a:r>
            <a:endParaRPr sz="135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847527" y="5764245"/>
            <a:ext cx="100330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dirty="0" baseline="-21164" sz="1575" spc="-37">
                <a:solidFill>
                  <a:srgbClr val="908E90"/>
                </a:solidFill>
                <a:latin typeface="Times New Roman"/>
                <a:cs typeface="Times New Roman"/>
              </a:rPr>
              <a:t>'</a:t>
            </a:r>
            <a:r>
              <a:rPr dirty="0" sz="850" spc="-25">
                <a:solidFill>
                  <a:srgbClr val="A1A19E"/>
                </a:solidFill>
                <a:latin typeface="Times New Roman"/>
                <a:cs typeface="Times New Roman"/>
              </a:rPr>
              <a:t>'</a:t>
            </a:r>
            <a:endParaRPr sz="85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869391" y="5853608"/>
            <a:ext cx="69850" cy="2628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550" spc="-50">
                <a:solidFill>
                  <a:srgbClr val="A1A19E"/>
                </a:solidFill>
                <a:latin typeface="Arial"/>
                <a:cs typeface="Arial"/>
              </a:rPr>
              <a:t>'</a:t>
            </a:r>
            <a:endParaRPr sz="155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847527" y="6045101"/>
            <a:ext cx="100330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dirty="0" sz="1050" spc="-25">
                <a:solidFill>
                  <a:srgbClr val="908E90"/>
                </a:solidFill>
                <a:latin typeface="Times New Roman"/>
                <a:cs typeface="Times New Roman"/>
              </a:rPr>
              <a:t>'</a:t>
            </a:r>
            <a:r>
              <a:rPr dirty="0" baseline="-19607" sz="1275" spc="-37">
                <a:solidFill>
                  <a:srgbClr val="777775"/>
                </a:solidFill>
                <a:latin typeface="Times New Roman"/>
                <a:cs typeface="Times New Roman"/>
              </a:rPr>
              <a:t>'</a:t>
            </a:r>
            <a:endParaRPr baseline="-19607" sz="1275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872545" y="6153612"/>
            <a:ext cx="53975" cy="3460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00" spc="-50">
                <a:solidFill>
                  <a:srgbClr val="A1A19E"/>
                </a:solidFill>
                <a:latin typeface="Arial"/>
                <a:cs typeface="Arial"/>
              </a:rPr>
              <a:t>'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z="1050" spc="-50">
                <a:solidFill>
                  <a:srgbClr val="A1A19E"/>
                </a:solidFill>
                <a:latin typeface="Times New Roman"/>
                <a:cs typeface="Times New Roman"/>
              </a:rPr>
              <a:t>'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873946" y="6542980"/>
            <a:ext cx="48260" cy="1562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50" spc="-50">
                <a:solidFill>
                  <a:srgbClr val="777775"/>
                </a:solidFill>
                <a:latin typeface="Times New Roman"/>
                <a:cs typeface="Times New Roman"/>
              </a:rPr>
              <a:t>'</a:t>
            </a:r>
            <a:endParaRPr sz="85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847527" y="6581278"/>
            <a:ext cx="100330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dirty="0" baseline="-21164" sz="1575" spc="-37">
                <a:solidFill>
                  <a:srgbClr val="908E90"/>
                </a:solidFill>
                <a:latin typeface="Times New Roman"/>
                <a:cs typeface="Times New Roman"/>
              </a:rPr>
              <a:t>'</a:t>
            </a:r>
            <a:r>
              <a:rPr dirty="0" sz="850" spc="-25">
                <a:solidFill>
                  <a:srgbClr val="908E90"/>
                </a:solidFill>
                <a:latin typeface="Times New Roman"/>
                <a:cs typeface="Times New Roman"/>
              </a:rPr>
              <a:t>'</a:t>
            </a:r>
            <a:endParaRPr sz="85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871685" y="6683408"/>
            <a:ext cx="58419" cy="2019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50" spc="-50">
                <a:solidFill>
                  <a:srgbClr val="A1A19E"/>
                </a:solidFill>
                <a:latin typeface="Arial"/>
                <a:cs typeface="Arial"/>
              </a:rPr>
              <a:t>'</a:t>
            </a:r>
            <a:endParaRPr sz="115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873946" y="6925964"/>
            <a:ext cx="48260" cy="1562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50" spc="-50">
                <a:solidFill>
                  <a:srgbClr val="908E90"/>
                </a:solidFill>
                <a:latin typeface="Times New Roman"/>
                <a:cs typeface="Times New Roman"/>
              </a:rPr>
              <a:t>'</a:t>
            </a:r>
            <a:endParaRPr sz="85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4873946" y="6977029"/>
            <a:ext cx="48260" cy="1562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50" spc="-50">
                <a:solidFill>
                  <a:srgbClr val="777775"/>
                </a:solidFill>
                <a:latin typeface="Times New Roman"/>
                <a:cs typeface="Times New Roman"/>
              </a:rPr>
              <a:t>'</a:t>
            </a:r>
            <a:endParaRPr sz="85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4873946" y="7091924"/>
            <a:ext cx="48260" cy="1562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50" spc="-50">
                <a:solidFill>
                  <a:srgbClr val="A1A19E"/>
                </a:solidFill>
                <a:latin typeface="Times New Roman"/>
                <a:cs typeface="Times New Roman"/>
              </a:rPr>
              <a:t>'</a:t>
            </a:r>
            <a:endParaRPr sz="85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4873946" y="7142989"/>
            <a:ext cx="48260" cy="1562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50" spc="-50">
                <a:solidFill>
                  <a:srgbClr val="777775"/>
                </a:solidFill>
                <a:latin typeface="Times New Roman"/>
                <a:cs typeface="Times New Roman"/>
              </a:rPr>
              <a:t>'</a:t>
            </a:r>
            <a:endParaRPr sz="85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5129227" y="3665734"/>
            <a:ext cx="917575" cy="163830"/>
          </a:xfrm>
          <a:prstGeom prst="rect">
            <a:avLst/>
          </a:prstGeom>
          <a:solidFill>
            <a:srgbClr val="4297BA"/>
          </a:solidFill>
        </p:spPr>
        <p:txBody>
          <a:bodyPr wrap="square" lIns="0" tIns="508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40"/>
              </a:spcBef>
            </a:pPr>
            <a:r>
              <a:rPr dirty="0" sz="950" spc="-10">
                <a:solidFill>
                  <a:srgbClr val="ACEFFB"/>
                </a:solidFill>
                <a:latin typeface="Times New Roman"/>
                <a:cs typeface="Times New Roman"/>
              </a:rPr>
              <a:t>ldoCornEndootnt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5128316" y="3779110"/>
            <a:ext cx="916940" cy="1638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900" spc="-10">
                <a:solidFill>
                  <a:srgbClr val="95DBF2"/>
                </a:solidFill>
                <a:latin typeface="Times New Roman"/>
                <a:cs typeface="Times New Roman"/>
              </a:rPr>
              <a:t>(ci,Ht19Ent1pornt)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5222748" y="5376901"/>
            <a:ext cx="688340" cy="146685"/>
          </a:xfrm>
          <a:custGeom>
            <a:avLst/>
            <a:gdLst/>
            <a:ahLst/>
            <a:cxnLst/>
            <a:rect l="l" t="t" r="r" b="b"/>
            <a:pathLst>
              <a:path w="688339" h="146685">
                <a:moveTo>
                  <a:pt x="687793" y="146078"/>
                </a:moveTo>
                <a:lnTo>
                  <a:pt x="0" y="146078"/>
                </a:lnTo>
                <a:lnTo>
                  <a:pt x="0" y="0"/>
                </a:lnTo>
                <a:lnTo>
                  <a:pt x="687793" y="0"/>
                </a:lnTo>
                <a:lnTo>
                  <a:pt x="687793" y="146078"/>
                </a:lnTo>
                <a:close/>
              </a:path>
            </a:pathLst>
          </a:custGeom>
          <a:solidFill>
            <a:srgbClr val="4297B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 txBox="1"/>
          <p:nvPr/>
        </p:nvSpPr>
        <p:spPr>
          <a:xfrm>
            <a:off x="5180180" y="5368494"/>
            <a:ext cx="803910" cy="25907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42545">
              <a:lnSpc>
                <a:spcPts val="885"/>
              </a:lnSpc>
              <a:spcBef>
                <a:spcPts val="105"/>
              </a:spcBef>
            </a:pPr>
            <a:r>
              <a:rPr dirty="0" sz="850" spc="-10">
                <a:solidFill>
                  <a:srgbClr val="ACEFFB"/>
                </a:solidFill>
                <a:latin typeface="Times New Roman"/>
                <a:cs typeface="Times New Roman"/>
              </a:rPr>
              <a:t>!111agd!m,ootn1</a:t>
            </a:r>
            <a:endParaRPr sz="850">
              <a:latin typeface="Times New Roman"/>
              <a:cs typeface="Times New Roman"/>
            </a:endParaRPr>
          </a:p>
          <a:p>
            <a:pPr marL="12700">
              <a:lnSpc>
                <a:spcPts val="944"/>
              </a:lnSpc>
            </a:pPr>
            <a:r>
              <a:rPr dirty="0" sz="900" spc="-20">
                <a:solidFill>
                  <a:srgbClr val="95DBF2"/>
                </a:solidFill>
                <a:latin typeface="Times New Roman"/>
                <a:cs typeface="Times New Roman"/>
              </a:rPr>
              <a:t>dJ!nC,pt!l\dccvil]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6817638" y="3179100"/>
            <a:ext cx="826769" cy="31940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>
              <a:lnSpc>
                <a:spcPts val="1215"/>
              </a:lnSpc>
              <a:spcBef>
                <a:spcPts val="105"/>
              </a:spcBef>
            </a:pPr>
            <a:r>
              <a:rPr dirty="0" sz="1100" i="1">
                <a:solidFill>
                  <a:srgbClr val="464642"/>
                </a:solidFill>
                <a:latin typeface="Times New Roman"/>
                <a:cs typeface="Times New Roman"/>
              </a:rPr>
              <a:t>Core</a:t>
            </a:r>
            <a:r>
              <a:rPr dirty="0" sz="1100" spc="75" i="1">
                <a:solidFill>
                  <a:srgbClr val="464642"/>
                </a:solidFill>
                <a:latin typeface="Times New Roman"/>
                <a:cs typeface="Times New Roman"/>
              </a:rPr>
              <a:t> </a:t>
            </a:r>
            <a:r>
              <a:rPr dirty="0" sz="1100" spc="-10" i="1">
                <a:solidFill>
                  <a:srgbClr val="2B2B28"/>
                </a:solidFill>
                <a:latin typeface="Times New Roman"/>
                <a:cs typeface="Times New Roman"/>
              </a:rPr>
              <a:t>Servi</a:t>
            </a:r>
            <a:r>
              <a:rPr dirty="0" sz="1100" spc="-10" i="1">
                <a:solidFill>
                  <a:srgbClr val="464642"/>
                </a:solidFill>
                <a:latin typeface="Times New Roman"/>
                <a:cs typeface="Times New Roman"/>
              </a:rPr>
              <a:t>ces</a:t>
            </a:r>
            <a:endParaRPr sz="1100">
              <a:latin typeface="Times New Roman"/>
              <a:cs typeface="Times New Roman"/>
            </a:endParaRPr>
          </a:p>
          <a:p>
            <a:pPr algn="ctr" marL="16510">
              <a:lnSpc>
                <a:spcPts val="1095"/>
              </a:lnSpc>
            </a:pPr>
            <a:r>
              <a:rPr dirty="0" sz="1000" spc="-10" i="1">
                <a:solidFill>
                  <a:srgbClr val="464642"/>
                </a:solidFill>
                <a:latin typeface="Verdana"/>
                <a:cs typeface="Verdana"/>
              </a:rPr>
              <a:t>(</a:t>
            </a:r>
            <a:r>
              <a:rPr dirty="0" sz="1000" spc="-10" i="1">
                <a:solidFill>
                  <a:srgbClr val="2B2B28"/>
                </a:solidFill>
                <a:latin typeface="Verdana"/>
                <a:cs typeface="Verdana"/>
              </a:rPr>
              <a:t>In</a:t>
            </a:r>
            <a:r>
              <a:rPr dirty="0" sz="1000" spc="-10" i="1">
                <a:solidFill>
                  <a:srgbClr val="464642"/>
                </a:solidFill>
                <a:latin typeface="Verdana"/>
                <a:cs typeface="Verdana"/>
              </a:rPr>
              <a:t>terna</a:t>
            </a:r>
            <a:r>
              <a:rPr dirty="0" sz="1000" spc="-10" i="1">
                <a:solidFill>
                  <a:srgbClr val="2B2B28"/>
                </a:solidFill>
                <a:latin typeface="Verdana"/>
                <a:cs typeface="Verdana"/>
              </a:rPr>
              <a:t>l</a:t>
            </a:r>
            <a:r>
              <a:rPr dirty="0" sz="1000" spc="-10" i="1">
                <a:solidFill>
                  <a:srgbClr val="464642"/>
                </a:solidFill>
                <a:latin typeface="Verdana"/>
                <a:cs typeface="Verdana"/>
              </a:rPr>
              <a:t>/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6686932" y="4098264"/>
            <a:ext cx="156845" cy="68453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4300" spc="-114">
                <a:solidFill>
                  <a:srgbClr val="B8BFBF"/>
                </a:solidFill>
                <a:latin typeface="Arial"/>
                <a:cs typeface="Arial"/>
              </a:rPr>
              <a:t>I</a:t>
            </a:r>
            <a:endParaRPr sz="4300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6976913" y="3715279"/>
            <a:ext cx="810260" cy="11283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664210" algn="l"/>
              </a:tabLst>
            </a:pPr>
            <a:r>
              <a:rPr dirty="0" sz="7200" spc="-390">
                <a:solidFill>
                  <a:srgbClr val="777775"/>
                </a:solidFill>
                <a:latin typeface="Arial"/>
                <a:cs typeface="Arial"/>
              </a:rPr>
              <a:t>-</a:t>
            </a:r>
            <a:r>
              <a:rPr dirty="0" sz="7200">
                <a:solidFill>
                  <a:srgbClr val="777775"/>
                </a:solidFill>
                <a:latin typeface="Arial"/>
                <a:cs typeface="Arial"/>
              </a:rPr>
              <a:t>	</a:t>
            </a:r>
            <a:r>
              <a:rPr dirty="0" baseline="-1277" sz="6525" spc="-179">
                <a:solidFill>
                  <a:srgbClr val="B8BFBF"/>
                </a:solidFill>
                <a:latin typeface="Arial"/>
                <a:cs typeface="Arial"/>
              </a:rPr>
              <a:t>I</a:t>
            </a:r>
            <a:endParaRPr baseline="-1277" sz="6525">
              <a:latin typeface="Arial"/>
              <a:cs typeface="Aria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7000437" y="4391885"/>
            <a:ext cx="497205" cy="1943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spc="305">
                <a:solidFill>
                  <a:srgbClr val="777775"/>
                </a:solidFill>
                <a:latin typeface="Times New Roman"/>
                <a:cs typeface="Times New Roman"/>
              </a:rPr>
              <a:t>c-</a:t>
            </a:r>
            <a:r>
              <a:rPr dirty="0" sz="1100" spc="190">
                <a:solidFill>
                  <a:srgbClr val="777775"/>
                </a:solidFill>
                <a:latin typeface="Times New Roman"/>
                <a:cs typeface="Times New Roman"/>
              </a:rPr>
              <a:t>.</a:t>
            </a:r>
            <a:r>
              <a:rPr dirty="0" sz="1100" spc="190">
                <a:solidFill>
                  <a:srgbClr val="5D5D5B"/>
                </a:solidFill>
                <a:latin typeface="Times New Roman"/>
                <a:cs typeface="Times New Roman"/>
              </a:rPr>
              <a:t>o</a:t>
            </a:r>
            <a:r>
              <a:rPr dirty="0" sz="1100" spc="190">
                <a:solidFill>
                  <a:srgbClr val="777775"/>
                </a:solidFill>
                <a:latin typeface="Times New Roman"/>
                <a:cs typeface="Times New Roman"/>
              </a:rPr>
              <a:t>..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6750567" y="4813100"/>
            <a:ext cx="942975" cy="396240"/>
          </a:xfrm>
          <a:prstGeom prst="rect">
            <a:avLst/>
          </a:prstGeom>
          <a:ln w="25473">
            <a:solidFill>
              <a:srgbClr val="000000"/>
            </a:solidFill>
          </a:ln>
        </p:spPr>
        <p:txBody>
          <a:bodyPr wrap="square" lIns="0" tIns="83185" rIns="0" bIns="0" rtlCol="0" vert="horz">
            <a:spAutoFit/>
          </a:bodyPr>
          <a:lstStyle/>
          <a:p>
            <a:pPr algn="ctr" marL="38735">
              <a:lnSpc>
                <a:spcPts val="935"/>
              </a:lnSpc>
              <a:spcBef>
                <a:spcPts val="655"/>
              </a:spcBef>
            </a:pPr>
            <a:r>
              <a:rPr dirty="0" sz="850" spc="-45">
                <a:solidFill>
                  <a:srgbClr val="5D5D5B"/>
                </a:solidFill>
                <a:latin typeface="Times New Roman"/>
                <a:cs typeface="Times New Roman"/>
              </a:rPr>
              <a:t>lnc</a:t>
            </a:r>
            <a:r>
              <a:rPr dirty="0" sz="850" spc="-45">
                <a:solidFill>
                  <a:srgbClr val="777775"/>
                </a:solidFill>
                <a:latin typeface="Times New Roman"/>
                <a:cs typeface="Times New Roman"/>
              </a:rPr>
              <a:t>eo,-</a:t>
            </a:r>
            <a:r>
              <a:rPr dirty="0" sz="850" spc="-20">
                <a:solidFill>
                  <a:srgbClr val="5D5D5B"/>
                </a:solidFill>
                <a:latin typeface="Times New Roman"/>
                <a:cs typeface="Times New Roman"/>
              </a:rPr>
              <a:t>Mlon</a:t>
            </a:r>
            <a:endParaRPr sz="850">
              <a:latin typeface="Times New Roman"/>
              <a:cs typeface="Times New Roman"/>
            </a:endParaRPr>
          </a:p>
          <a:p>
            <a:pPr algn="ctr" marL="3175">
              <a:lnSpc>
                <a:spcPts val="994"/>
              </a:lnSpc>
            </a:pPr>
            <a:r>
              <a:rPr dirty="0" sz="900" spc="-10">
                <a:solidFill>
                  <a:srgbClr val="5D5D5B"/>
                </a:solidFill>
                <a:latin typeface="Times New Roman"/>
                <a:cs typeface="Times New Roman"/>
              </a:rPr>
              <a:t>Se•v</a:t>
            </a:r>
            <a:r>
              <a:rPr dirty="0" sz="900" spc="-10">
                <a:solidFill>
                  <a:srgbClr val="777775"/>
                </a:solidFill>
                <a:latin typeface="Times New Roman"/>
                <a:cs typeface="Times New Roman"/>
              </a:rPr>
              <a:t>�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6686932" y="5234450"/>
            <a:ext cx="176530" cy="68453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u="heavy" sz="4300" spc="-50">
                <a:solidFill>
                  <a:srgbClr val="B8BFBF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</a:t>
            </a:r>
            <a:endParaRPr sz="4300">
              <a:latin typeface="Arial"/>
              <a:cs typeface="Arial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6973940" y="5617367"/>
            <a:ext cx="788035" cy="0"/>
          </a:xfrm>
          <a:custGeom>
            <a:avLst/>
            <a:gdLst/>
            <a:ahLst/>
            <a:cxnLst/>
            <a:rect l="l" t="t" r="r" b="b"/>
            <a:pathLst>
              <a:path w="788034" h="0">
                <a:moveTo>
                  <a:pt x="0" y="0"/>
                </a:moveTo>
                <a:lnTo>
                  <a:pt x="787484" y="0"/>
                </a:lnTo>
              </a:path>
            </a:pathLst>
          </a:custGeom>
          <a:ln w="12766">
            <a:solidFill>
              <a:srgbClr val="A1A19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 txBox="1"/>
          <p:nvPr/>
        </p:nvSpPr>
        <p:spPr>
          <a:xfrm>
            <a:off x="6935839" y="5445092"/>
            <a:ext cx="525780" cy="2171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sz="1250" spc="-40">
                <a:solidFill>
                  <a:srgbClr val="5D5D5B"/>
                </a:solidFill>
                <a:latin typeface="Times New Roman"/>
                <a:cs typeface="Times New Roman"/>
              </a:rPr>
              <a:t>e</a:t>
            </a:r>
            <a:r>
              <a:rPr dirty="0" sz="1250" spc="-600">
                <a:solidFill>
                  <a:srgbClr val="5D5D5B"/>
                </a:solidFill>
                <a:latin typeface="Times New Roman"/>
                <a:cs typeface="Times New Roman"/>
              </a:rPr>
              <a:t>m</a:t>
            </a:r>
            <a:r>
              <a:rPr dirty="0" baseline="-30864" sz="1350" spc="-52">
                <a:solidFill>
                  <a:srgbClr val="777775"/>
                </a:solidFill>
                <a:latin typeface="Times New Roman"/>
                <a:cs typeface="Times New Roman"/>
              </a:rPr>
              <a:t>s</a:t>
            </a:r>
            <a:r>
              <a:rPr dirty="0" baseline="-30864" sz="1350" spc="-345">
                <a:solidFill>
                  <a:srgbClr val="777775"/>
                </a:solidFill>
                <a:latin typeface="Times New Roman"/>
                <a:cs typeface="Times New Roman"/>
              </a:rPr>
              <a:t>.</a:t>
            </a:r>
            <a:r>
              <a:rPr dirty="0" sz="1250" spc="-65">
                <a:solidFill>
                  <a:srgbClr val="777775"/>
                </a:solidFill>
                <a:latin typeface="Times New Roman"/>
                <a:cs typeface="Times New Roman"/>
              </a:rPr>
              <a:t>,</a:t>
            </a:r>
            <a:r>
              <a:rPr dirty="0" baseline="-30864" sz="1350" spc="-1005">
                <a:solidFill>
                  <a:srgbClr val="777775"/>
                </a:solidFill>
                <a:latin typeface="Times New Roman"/>
                <a:cs typeface="Times New Roman"/>
              </a:rPr>
              <a:t>N</a:t>
            </a:r>
            <a:r>
              <a:rPr dirty="0" sz="1250" spc="-25">
                <a:solidFill>
                  <a:srgbClr val="777775"/>
                </a:solidFill>
                <a:latin typeface="Times New Roman"/>
                <a:cs typeface="Times New Roman"/>
              </a:rPr>
              <a:t>u</a:t>
            </a:r>
            <a:r>
              <a:rPr dirty="0" sz="1250" spc="-695">
                <a:solidFill>
                  <a:srgbClr val="5D5D5B"/>
                </a:solidFill>
                <a:latin typeface="Times New Roman"/>
                <a:cs typeface="Times New Roman"/>
              </a:rPr>
              <a:t>�</a:t>
            </a:r>
            <a:r>
              <a:rPr dirty="0" baseline="-30864" sz="1350" spc="-67">
                <a:solidFill>
                  <a:srgbClr val="777775"/>
                </a:solidFill>
                <a:latin typeface="Times New Roman"/>
                <a:cs typeface="Times New Roman"/>
              </a:rPr>
              <a:t>k</a:t>
            </a:r>
            <a:r>
              <a:rPr dirty="0" sz="1250" spc="-1000">
                <a:solidFill>
                  <a:srgbClr val="A1A19E"/>
                </a:solidFill>
                <a:latin typeface="Times New Roman"/>
                <a:cs typeface="Times New Roman"/>
              </a:rPr>
              <a:t>�</a:t>
            </a:r>
            <a:r>
              <a:rPr dirty="0" baseline="-30864" sz="1350" spc="-52">
                <a:solidFill>
                  <a:srgbClr val="777775"/>
                </a:solidFill>
                <a:latin typeface="Times New Roman"/>
                <a:cs typeface="Times New Roman"/>
              </a:rPr>
              <a:t>&lt;</a:t>
            </a:r>
            <a:endParaRPr baseline="-30864" sz="1350">
              <a:latin typeface="Times New Roman"/>
              <a:cs typeface="Times New Roman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7538948" y="2866330"/>
            <a:ext cx="2437765" cy="2324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50" spc="-55" b="1">
                <a:solidFill>
                  <a:srgbClr val="6D97A3"/>
                </a:solidFill>
                <a:latin typeface="Times New Roman"/>
                <a:cs typeface="Times New Roman"/>
              </a:rPr>
              <a:t>Akka</a:t>
            </a:r>
            <a:r>
              <a:rPr dirty="0" sz="1350" spc="-15" b="1">
                <a:solidFill>
                  <a:srgbClr val="6D97A3"/>
                </a:solidFill>
                <a:latin typeface="Times New Roman"/>
                <a:cs typeface="Times New Roman"/>
              </a:rPr>
              <a:t> </a:t>
            </a:r>
            <a:r>
              <a:rPr dirty="0" sz="1250" spc="50">
                <a:solidFill>
                  <a:srgbClr val="6D97A3"/>
                </a:solidFill>
                <a:latin typeface="Arial"/>
                <a:cs typeface="Arial"/>
              </a:rPr>
              <a:t>IDP</a:t>
            </a:r>
            <a:r>
              <a:rPr dirty="0" sz="1250" spc="-120">
                <a:solidFill>
                  <a:srgbClr val="6D97A3"/>
                </a:solidFill>
                <a:latin typeface="Arial"/>
                <a:cs typeface="Arial"/>
              </a:rPr>
              <a:t> </a:t>
            </a:r>
            <a:r>
              <a:rPr dirty="0" u="heavy" sz="1250">
                <a:solidFill>
                  <a:srgbClr val="6D97A3"/>
                </a:solidFill>
                <a:uFill>
                  <a:solidFill>
                    <a:srgbClr val="6D97A3"/>
                  </a:solidFill>
                </a:uFill>
                <a:latin typeface="Arial"/>
                <a:cs typeface="Arial"/>
              </a:rPr>
              <a:t>Framework</a:t>
            </a:r>
            <a:r>
              <a:rPr dirty="0" u="heavy" sz="1250" spc="105">
                <a:solidFill>
                  <a:srgbClr val="6D97A3"/>
                </a:solidFill>
                <a:uFill>
                  <a:solidFill>
                    <a:srgbClr val="6D97A3"/>
                  </a:solidFill>
                </a:uFill>
                <a:latin typeface="Arial"/>
                <a:cs typeface="Arial"/>
              </a:rPr>
              <a:t> </a:t>
            </a:r>
            <a:r>
              <a:rPr dirty="0" u="heavy" sz="1250" spc="-10">
                <a:solidFill>
                  <a:srgbClr val="6D97A3"/>
                </a:solidFill>
                <a:uFill>
                  <a:solidFill>
                    <a:srgbClr val="6D97A3"/>
                  </a:solidFill>
                </a:uFill>
                <a:latin typeface="Arial"/>
                <a:cs typeface="Arial"/>
              </a:rPr>
              <a:t>(Container)</a:t>
            </a:r>
            <a:endParaRPr sz="1250">
              <a:latin typeface="Arial"/>
              <a:cs typeface="Arial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9387370" y="3198249"/>
            <a:ext cx="2009139" cy="2019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50">
                <a:solidFill>
                  <a:srgbClr val="4F725E"/>
                </a:solidFill>
                <a:latin typeface="Arial"/>
                <a:cs typeface="Arial"/>
              </a:rPr>
              <a:t>Agentic</a:t>
            </a:r>
            <a:r>
              <a:rPr dirty="0" sz="1150" spc="-135">
                <a:solidFill>
                  <a:srgbClr val="4F725E"/>
                </a:solidFill>
                <a:latin typeface="Arial"/>
                <a:cs typeface="Arial"/>
              </a:rPr>
              <a:t> </a:t>
            </a:r>
            <a:r>
              <a:rPr dirty="0" sz="1150" spc="80">
                <a:solidFill>
                  <a:srgbClr val="4F725E"/>
                </a:solidFill>
                <a:latin typeface="Arial"/>
                <a:cs typeface="Arial"/>
              </a:rPr>
              <a:t>layer</a:t>
            </a:r>
            <a:r>
              <a:rPr dirty="0" sz="1150" spc="-135">
                <a:solidFill>
                  <a:srgbClr val="4F725E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4F725E"/>
                </a:solidFill>
                <a:latin typeface="Arial"/>
                <a:cs typeface="Arial"/>
              </a:rPr>
              <a:t>(Business</a:t>
            </a:r>
            <a:r>
              <a:rPr dirty="0" sz="1150" spc="-60">
                <a:solidFill>
                  <a:srgbClr val="4F725E"/>
                </a:solidFill>
                <a:latin typeface="Arial"/>
                <a:cs typeface="Arial"/>
              </a:rPr>
              <a:t> </a:t>
            </a:r>
            <a:r>
              <a:rPr dirty="0" sz="1150" spc="50">
                <a:solidFill>
                  <a:srgbClr val="4F725E"/>
                </a:solidFill>
                <a:latin typeface="Arial"/>
                <a:cs typeface="Arial"/>
              </a:rPr>
              <a:t>log</a:t>
            </a:r>
            <a:r>
              <a:rPr dirty="0" sz="1150" spc="50">
                <a:solidFill>
                  <a:srgbClr val="668E79"/>
                </a:solidFill>
                <a:latin typeface="Arial"/>
                <a:cs typeface="Arial"/>
              </a:rPr>
              <a:t>i</a:t>
            </a:r>
            <a:r>
              <a:rPr dirty="0" sz="1150" spc="50">
                <a:solidFill>
                  <a:srgbClr val="4F725E"/>
                </a:solidFill>
                <a:latin typeface="Arial"/>
                <a:cs typeface="Arial"/>
              </a:rPr>
              <a:t>c)</a:t>
            </a:r>
            <a:endParaRPr sz="1150">
              <a:latin typeface="Arial"/>
              <a:cs typeface="Arial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8555456" y="3568467"/>
            <a:ext cx="644525" cy="1562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50" spc="45">
                <a:solidFill>
                  <a:srgbClr val="91D4B6"/>
                </a:solidFill>
                <a:latin typeface="Times New Roman"/>
                <a:cs typeface="Times New Roman"/>
              </a:rPr>
              <a:t>c,.aeot�hon</a:t>
            </a:r>
            <a:endParaRPr sz="850">
              <a:latin typeface="Times New Roman"/>
              <a:cs typeface="Times New Roman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8721769" y="3408891"/>
            <a:ext cx="376555" cy="6381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4000" spc="-509">
                <a:solidFill>
                  <a:srgbClr val="7CBFA1"/>
                </a:solidFill>
                <a:latin typeface="Arial"/>
                <a:cs typeface="Arial"/>
              </a:rPr>
              <a:t>-</a:t>
            </a:r>
            <a:r>
              <a:rPr dirty="0" sz="4000" spc="-360">
                <a:solidFill>
                  <a:srgbClr val="7CBFA1"/>
                </a:solidFill>
                <a:latin typeface="Arial"/>
                <a:cs typeface="Arial"/>
              </a:rPr>
              <a:t>·</a:t>
            </a:r>
            <a:r>
              <a:rPr dirty="0" sz="4000" spc="-1290">
                <a:solidFill>
                  <a:srgbClr val="7CBFA1"/>
                </a:solidFill>
                <a:latin typeface="Arial"/>
                <a:cs typeface="Arial"/>
              </a:rPr>
              <a:t>·</a:t>
            </a:r>
            <a:endParaRPr sz="4000">
              <a:latin typeface="Arial"/>
              <a:cs typeface="Arial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8660453" y="3766344"/>
            <a:ext cx="97155" cy="1638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900" spc="-50">
                <a:solidFill>
                  <a:srgbClr val="7CBFA1"/>
                </a:solidFill>
                <a:latin typeface="Times New Roman"/>
                <a:cs typeface="Times New Roman"/>
              </a:rPr>
              <a:t>U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8731632" y="3766344"/>
            <a:ext cx="379095" cy="1638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900" spc="-55">
                <a:solidFill>
                  <a:srgbClr val="7CBFA1"/>
                </a:solidFill>
                <a:latin typeface="Times New Roman"/>
                <a:cs typeface="Times New Roman"/>
              </a:rPr>
              <a:t>bi¼JonlJ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8506872" y="4200392"/>
            <a:ext cx="762635" cy="4000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>
              <a:lnSpc>
                <a:spcPts val="745"/>
              </a:lnSpc>
              <a:spcBef>
                <a:spcPts val="100"/>
              </a:spcBef>
            </a:pPr>
            <a:r>
              <a:rPr dirty="0" sz="700" spc="30">
                <a:solidFill>
                  <a:srgbClr val="91D4B6"/>
                </a:solidFill>
                <a:latin typeface="Times New Roman"/>
                <a:cs typeface="Times New Roman"/>
              </a:rPr>
              <a:t>PobhDh&lt;'t</a:t>
            </a:r>
            <a:r>
              <a:rPr dirty="0" sz="700" spc="110">
                <a:solidFill>
                  <a:srgbClr val="91D4B6"/>
                </a:solidFill>
                <a:latin typeface="Times New Roman"/>
                <a:cs typeface="Times New Roman"/>
              </a:rPr>
              <a:t> </a:t>
            </a:r>
            <a:r>
              <a:rPr dirty="0" sz="700" spc="-10">
                <a:solidFill>
                  <a:srgbClr val="91D4B6"/>
                </a:solidFill>
                <a:latin typeface="Times New Roman"/>
                <a:cs typeface="Times New Roman"/>
              </a:rPr>
              <a:t>AQllfll</a:t>
            </a:r>
            <a:endParaRPr sz="700">
              <a:latin typeface="Times New Roman"/>
              <a:cs typeface="Times New Roman"/>
            </a:endParaRPr>
          </a:p>
          <a:p>
            <a:pPr algn="just" marL="151130" marR="132080" indent="7620">
              <a:lnSpc>
                <a:spcPct val="78700"/>
              </a:lnSpc>
              <a:spcBef>
                <a:spcPts val="125"/>
              </a:spcBef>
            </a:pPr>
            <a:r>
              <a:rPr dirty="0" sz="850" spc="45">
                <a:solidFill>
                  <a:srgbClr val="7CBFA1"/>
                </a:solidFill>
                <a:latin typeface="Times New Roman"/>
                <a:cs typeface="Times New Roman"/>
              </a:rPr>
              <a:t>;0'4•u•</a:t>
            </a:r>
            <a:r>
              <a:rPr dirty="0" sz="800" spc="45" i="1">
                <a:solidFill>
                  <a:srgbClr val="7CBFA1"/>
                </a:solidFill>
                <a:latin typeface="Verdana"/>
                <a:cs typeface="Verdana"/>
              </a:rPr>
              <a:t>,1</a:t>
            </a:r>
            <a:r>
              <a:rPr dirty="0" sz="800" spc="45" i="1">
                <a:solidFill>
                  <a:srgbClr val="7CBFA1"/>
                </a:solidFill>
                <a:latin typeface="Verdana"/>
                <a:cs typeface="Verdana"/>
              </a:rPr>
              <a:t> </a:t>
            </a:r>
            <a:r>
              <a:rPr dirty="0" sz="700" spc="105">
                <a:solidFill>
                  <a:srgbClr val="7CBFA1"/>
                </a:solidFill>
                <a:latin typeface="Times New Roman"/>
                <a:cs typeface="Times New Roman"/>
              </a:rPr>
              <a:t>l(WlMV/ </a:t>
            </a:r>
            <a:r>
              <a:rPr dirty="0" sz="650" spc="-10">
                <a:solidFill>
                  <a:srgbClr val="91D4B6"/>
                </a:solidFill>
                <a:latin typeface="Times New Roman"/>
                <a:cs typeface="Times New Roman"/>
              </a:rPr>
              <a:t>A.tllCCOO)</a:t>
            </a:r>
            <a:endParaRPr sz="650">
              <a:latin typeface="Times New Roman"/>
              <a:cs typeface="Times New Roman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9672548" y="3632299"/>
            <a:ext cx="800100" cy="2590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ts val="825"/>
              </a:lnSpc>
              <a:spcBef>
                <a:spcPts val="100"/>
              </a:spcBef>
            </a:pPr>
            <a:r>
              <a:rPr dirty="0" sz="750" spc="10">
                <a:solidFill>
                  <a:srgbClr val="91D4B6"/>
                </a:solidFill>
                <a:latin typeface="Arial"/>
                <a:cs typeface="Arial"/>
              </a:rPr>
              <a:t>El.Det-llon</a:t>
            </a:r>
            <a:r>
              <a:rPr dirty="0" sz="750" spc="60">
                <a:solidFill>
                  <a:srgbClr val="91D4B6"/>
                </a:solidFill>
                <a:latin typeface="Arial"/>
                <a:cs typeface="Arial"/>
              </a:rPr>
              <a:t> </a:t>
            </a:r>
            <a:r>
              <a:rPr dirty="0" sz="750" spc="-10">
                <a:solidFill>
                  <a:srgbClr val="91D4B6"/>
                </a:solidFill>
                <a:latin typeface="Arial"/>
                <a:cs typeface="Arial"/>
              </a:rPr>
              <a:t>A98!'ll</a:t>
            </a:r>
            <a:endParaRPr sz="750">
              <a:latin typeface="Arial"/>
              <a:cs typeface="Arial"/>
            </a:endParaRPr>
          </a:p>
          <a:p>
            <a:pPr algn="ctr">
              <a:lnSpc>
                <a:spcPts val="1005"/>
              </a:lnSpc>
            </a:pPr>
            <a:r>
              <a:rPr dirty="0" sz="900" spc="-10">
                <a:solidFill>
                  <a:srgbClr val="7CBFA1"/>
                </a:solidFill>
                <a:latin typeface="Times New Roman"/>
                <a:cs typeface="Times New Roman"/>
              </a:rPr>
              <a:t>l6Aa11"'l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9705299" y="4270606"/>
            <a:ext cx="757555" cy="242570"/>
          </a:xfrm>
          <a:prstGeom prst="rect">
            <a:avLst/>
          </a:prstGeom>
        </p:spPr>
        <p:txBody>
          <a:bodyPr wrap="square" lIns="0" tIns="26670" rIns="0" bIns="0" rtlCol="0" vert="horz">
            <a:spAutoFit/>
          </a:bodyPr>
          <a:lstStyle/>
          <a:p>
            <a:pPr marL="12700" marR="5080" indent="-635">
              <a:lnSpc>
                <a:spcPts val="800"/>
              </a:lnSpc>
              <a:spcBef>
                <a:spcPts val="210"/>
              </a:spcBef>
            </a:pPr>
            <a:r>
              <a:rPr dirty="0" sz="750" spc="-10">
                <a:solidFill>
                  <a:srgbClr val="91D4B6"/>
                </a:solidFill>
                <a:latin typeface="Arial"/>
                <a:cs typeface="Arial"/>
              </a:rPr>
              <a:t>Y1donoe1cclio!'I Ao;,nl</a:t>
            </a:r>
            <a:r>
              <a:rPr dirty="0" sz="750" spc="-10">
                <a:solidFill>
                  <a:srgbClr val="7CBFA1"/>
                </a:solidFill>
                <a:latin typeface="Arial"/>
                <a:cs typeface="Arial"/>
              </a:rPr>
              <a:t>te,14,unlJ</a:t>
            </a:r>
            <a:endParaRPr sz="750">
              <a:latin typeface="Arial"/>
              <a:cs typeface="Arial"/>
            </a:endParaRPr>
          </a:p>
        </p:txBody>
      </p:sp>
      <p:sp>
        <p:nvSpPr>
          <p:cNvPr id="58" name="object 58"/>
          <p:cNvSpPr/>
          <p:nvPr/>
        </p:nvSpPr>
        <p:spPr>
          <a:xfrm>
            <a:off x="11375466" y="3698911"/>
            <a:ext cx="26034" cy="120650"/>
          </a:xfrm>
          <a:custGeom>
            <a:avLst/>
            <a:gdLst/>
            <a:ahLst/>
            <a:cxnLst/>
            <a:rect l="l" t="t" r="r" b="b"/>
            <a:pathLst>
              <a:path w="26034" h="120650">
                <a:moveTo>
                  <a:pt x="25473" y="120299"/>
                </a:moveTo>
                <a:lnTo>
                  <a:pt x="0" y="120299"/>
                </a:lnTo>
                <a:lnTo>
                  <a:pt x="0" y="0"/>
                </a:lnTo>
                <a:lnTo>
                  <a:pt x="25473" y="0"/>
                </a:lnTo>
                <a:lnTo>
                  <a:pt x="25473" y="120299"/>
                </a:lnTo>
                <a:close/>
              </a:path>
            </a:pathLst>
          </a:custGeom>
          <a:solidFill>
            <a:srgbClr val="16664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 txBox="1"/>
          <p:nvPr/>
        </p:nvSpPr>
        <p:spPr>
          <a:xfrm>
            <a:off x="10900788" y="3587617"/>
            <a:ext cx="739140" cy="3435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ts val="819"/>
              </a:lnSpc>
              <a:spcBef>
                <a:spcPts val="100"/>
              </a:spcBef>
            </a:pPr>
            <a:r>
              <a:rPr dirty="0" sz="700">
                <a:solidFill>
                  <a:srgbClr val="7CBFA1"/>
                </a:solidFill>
                <a:latin typeface="Arial"/>
                <a:cs typeface="Arial"/>
              </a:rPr>
              <a:t>Trano!-</a:t>
            </a:r>
            <a:r>
              <a:rPr dirty="0" sz="700" spc="-10">
                <a:solidFill>
                  <a:srgbClr val="7CBFA1"/>
                </a:solidFill>
                <a:latin typeface="Arial"/>
                <a:cs typeface="Arial"/>
              </a:rPr>
              <a:t>Onn"1IOII</a:t>
            </a:r>
            <a:endParaRPr sz="700">
              <a:latin typeface="Arial"/>
              <a:cs typeface="Arial"/>
            </a:endParaRPr>
          </a:p>
          <a:p>
            <a:pPr algn="ctr">
              <a:lnSpc>
                <a:spcPts val="680"/>
              </a:lnSpc>
            </a:pPr>
            <a:r>
              <a:rPr dirty="0" sz="700" spc="-10">
                <a:solidFill>
                  <a:srgbClr val="91D4B6"/>
                </a:solidFill>
                <a:latin typeface="Times New Roman"/>
                <a:cs typeface="Times New Roman"/>
              </a:rPr>
              <a:t>110011</a:t>
            </a:r>
            <a:r>
              <a:rPr dirty="0" sz="700" spc="-10">
                <a:solidFill>
                  <a:srgbClr val="AAF0D4"/>
                </a:solidFill>
                <a:latin typeface="Times New Roman"/>
                <a:cs typeface="Times New Roman"/>
              </a:rPr>
              <a:t>1</a:t>
            </a:r>
            <a:endParaRPr sz="700">
              <a:latin typeface="Times New Roman"/>
              <a:cs typeface="Times New Roman"/>
            </a:endParaRPr>
          </a:p>
          <a:p>
            <a:pPr algn="ctr" marR="12065">
              <a:lnSpc>
                <a:spcPts val="994"/>
              </a:lnSpc>
            </a:pPr>
            <a:r>
              <a:rPr dirty="0" sz="950" spc="-10">
                <a:solidFill>
                  <a:srgbClr val="7CBFA1"/>
                </a:solidFill>
                <a:latin typeface="Times New Roman"/>
                <a:cs typeface="Times New Roman"/>
              </a:rPr>
              <a:t>&lt;er1o,:m1)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10902737" y="4257840"/>
            <a:ext cx="733425" cy="25654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>
              <a:lnSpc>
                <a:spcPts val="935"/>
              </a:lnSpc>
              <a:spcBef>
                <a:spcPts val="105"/>
              </a:spcBef>
            </a:pPr>
            <a:r>
              <a:rPr dirty="0" sz="850" spc="-10">
                <a:solidFill>
                  <a:srgbClr val="7CBFA1"/>
                </a:solidFill>
                <a:latin typeface="Times New Roman"/>
                <a:cs typeface="Times New Roman"/>
              </a:rPr>
              <a:t>fv(hictlon</a:t>
            </a:r>
            <a:endParaRPr sz="850">
              <a:latin typeface="Times New Roman"/>
              <a:cs typeface="Times New Roman"/>
            </a:endParaRPr>
          </a:p>
          <a:p>
            <a:pPr algn="ctr">
              <a:lnSpc>
                <a:spcPts val="875"/>
              </a:lnSpc>
            </a:pPr>
            <a:r>
              <a:rPr dirty="0" sz="800">
                <a:solidFill>
                  <a:srgbClr val="91D4B6"/>
                </a:solidFill>
                <a:latin typeface="Times New Roman"/>
                <a:cs typeface="Times New Roman"/>
              </a:rPr>
              <a:t>/\;Joni</a:t>
            </a:r>
            <a:r>
              <a:rPr dirty="0" sz="800" spc="-80">
                <a:solidFill>
                  <a:srgbClr val="91D4B6"/>
                </a:solidFill>
                <a:latin typeface="Times New Roman"/>
                <a:cs typeface="Times New Roman"/>
              </a:rPr>
              <a:t> </a:t>
            </a:r>
            <a:r>
              <a:rPr dirty="0" sz="800" spc="-10">
                <a:solidFill>
                  <a:srgbClr val="91D4B6"/>
                </a:solidFill>
                <a:latin typeface="Times New Roman"/>
                <a:cs typeface="Times New Roman"/>
              </a:rPr>
              <a:t>(e,Ag.&gt;nll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11838340" y="2821649"/>
            <a:ext cx="549275" cy="11283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200" spc="25">
                <a:solidFill>
                  <a:srgbClr val="0C623D"/>
                </a:solidFill>
                <a:latin typeface="Arial"/>
                <a:cs typeface="Arial"/>
              </a:rPr>
              <a:t>..</a:t>
            </a:r>
            <a:endParaRPr sz="7200">
              <a:latin typeface="Arial"/>
              <a:cs typeface="Arial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11893364" y="3242932"/>
            <a:ext cx="340360" cy="11283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200" spc="20">
                <a:solidFill>
                  <a:srgbClr val="0C623D"/>
                </a:solidFill>
                <a:latin typeface="Arial"/>
                <a:cs typeface="Arial"/>
              </a:rPr>
              <a:t>-</a:t>
            </a:r>
            <a:endParaRPr sz="7200">
              <a:latin typeface="Arial"/>
              <a:cs typeface="Arial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9750777" y="4953594"/>
            <a:ext cx="1278255" cy="1638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50">
                <a:solidFill>
                  <a:srgbClr val="777775"/>
                </a:solidFill>
                <a:latin typeface="Times New Roman"/>
                <a:cs typeface="Times New Roman"/>
              </a:rPr>
              <a:t>$Pf</a:t>
            </a:r>
            <a:r>
              <a:rPr dirty="0" sz="850" spc="20">
                <a:solidFill>
                  <a:srgbClr val="777775"/>
                </a:solidFill>
                <a:latin typeface="Times New Roman"/>
                <a:cs typeface="Times New Roman"/>
              </a:rPr>
              <a:t> </a:t>
            </a:r>
            <a:r>
              <a:rPr dirty="0" sz="850" spc="-10">
                <a:solidFill>
                  <a:srgbClr val="777775"/>
                </a:solidFill>
                <a:latin typeface="Times New Roman"/>
                <a:cs typeface="Times New Roman"/>
              </a:rPr>
              <a:t>Jn..,._</a:t>
            </a:r>
            <a:r>
              <a:rPr dirty="0" sz="900" spc="-10">
                <a:solidFill>
                  <a:srgbClr val="777775"/>
                </a:solidFill>
                <a:latin typeface="Times New Roman"/>
                <a:cs typeface="Times New Roman"/>
              </a:rPr>
              <a:t>(COnllgureliOn</a:t>
            </a:r>
            <a:r>
              <a:rPr dirty="0" sz="900" spc="-10">
                <a:solidFill>
                  <a:srgbClr val="908E90"/>
                </a:solidFill>
                <a:latin typeface="Times New Roman"/>
                <a:cs typeface="Times New Roman"/>
              </a:rPr>
              <a:t>)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13120357" y="1708441"/>
            <a:ext cx="3707129" cy="1634489"/>
          </a:xfrm>
          <a:prstGeom prst="rect">
            <a:avLst/>
          </a:prstGeom>
        </p:spPr>
        <p:txBody>
          <a:bodyPr wrap="square" lIns="0" tIns="24637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939"/>
              </a:spcBef>
            </a:pPr>
            <a:r>
              <a:rPr dirty="0" sz="2600" b="1">
                <a:solidFill>
                  <a:srgbClr val="2A425D"/>
                </a:solidFill>
                <a:latin typeface="Arial"/>
                <a:cs typeface="Arial"/>
              </a:rPr>
              <a:t>Enterprise</a:t>
            </a:r>
            <a:r>
              <a:rPr dirty="0" sz="2600" spc="290" b="1">
                <a:solidFill>
                  <a:srgbClr val="2A425D"/>
                </a:solidFill>
                <a:latin typeface="Arial"/>
                <a:cs typeface="Arial"/>
              </a:rPr>
              <a:t> </a:t>
            </a:r>
            <a:r>
              <a:rPr dirty="0" sz="2600" spc="45" b="1">
                <a:solidFill>
                  <a:srgbClr val="2A425D"/>
                </a:solidFill>
                <a:latin typeface="Arial"/>
                <a:cs typeface="Arial"/>
              </a:rPr>
              <a:t>Integration</a:t>
            </a:r>
            <a:endParaRPr sz="2600">
              <a:latin typeface="Arial"/>
              <a:cs typeface="Arial"/>
            </a:endParaRPr>
          </a:p>
          <a:p>
            <a:pPr marL="372745" marR="5080" indent="-226060">
              <a:lnSpc>
                <a:spcPct val="108200"/>
              </a:lnSpc>
              <a:spcBef>
                <a:spcPts val="1470"/>
              </a:spcBef>
              <a:buClr>
                <a:srgbClr val="000000"/>
              </a:buClr>
              <a:buChar char="•"/>
              <a:tabLst>
                <a:tab pos="390525" algn="l"/>
                <a:tab pos="2611120" algn="l"/>
              </a:tabLst>
            </a:pPr>
            <a:r>
              <a:rPr dirty="0" sz="2400" spc="114">
                <a:solidFill>
                  <a:srgbClr val="1A1A18"/>
                </a:solidFill>
                <a:latin typeface="Times New Roman"/>
                <a:cs typeface="Times New Roman"/>
              </a:rPr>
              <a:t>Secure</a:t>
            </a:r>
            <a:r>
              <a:rPr dirty="0" sz="2400" spc="-160">
                <a:solidFill>
                  <a:srgbClr val="1A1A18"/>
                </a:solidFill>
                <a:latin typeface="Times New Roman"/>
                <a:cs typeface="Times New Roman"/>
              </a:rPr>
              <a:t> </a:t>
            </a:r>
            <a:r>
              <a:rPr dirty="0" sz="2400" spc="114">
                <a:solidFill>
                  <a:srgbClr val="1A1A18"/>
                </a:solidFill>
                <a:latin typeface="Times New Roman"/>
                <a:cs typeface="Times New Roman"/>
              </a:rPr>
              <a:t>endpoints</a:t>
            </a:r>
            <a:r>
              <a:rPr dirty="0" sz="2400" spc="-55">
                <a:solidFill>
                  <a:srgbClr val="1A1A18"/>
                </a:solidFill>
                <a:latin typeface="Times New Roman"/>
                <a:cs typeface="Times New Roman"/>
              </a:rPr>
              <a:t> </a:t>
            </a:r>
            <a:r>
              <a:rPr dirty="0" sz="2400" spc="45">
                <a:solidFill>
                  <a:srgbClr val="1A1A18"/>
                </a:solidFill>
                <a:latin typeface="Times New Roman"/>
                <a:cs typeface="Times New Roman"/>
              </a:rPr>
              <a:t>via </a:t>
            </a:r>
            <a:r>
              <a:rPr dirty="0" sz="2400" spc="45">
                <a:solidFill>
                  <a:srgbClr val="1A1A18"/>
                </a:solidFill>
                <a:latin typeface="Times New Roman"/>
                <a:cs typeface="Times New Roman"/>
              </a:rPr>
              <a:t>	</a:t>
            </a:r>
            <a:r>
              <a:rPr dirty="0" sz="2400">
                <a:solidFill>
                  <a:srgbClr val="1A1A18"/>
                </a:solidFill>
                <a:latin typeface="Times New Roman"/>
                <a:cs typeface="Times New Roman"/>
              </a:rPr>
              <a:t>Azure</a:t>
            </a:r>
            <a:r>
              <a:rPr dirty="0" sz="2400" spc="-50">
                <a:solidFill>
                  <a:srgbClr val="1A1A18"/>
                </a:solidFill>
                <a:latin typeface="Times New Roman"/>
                <a:cs typeface="Times New Roman"/>
              </a:rPr>
              <a:t> </a:t>
            </a:r>
            <a:r>
              <a:rPr dirty="0" sz="2400" spc="-20">
                <a:solidFill>
                  <a:srgbClr val="1A1A18"/>
                </a:solidFill>
                <a:latin typeface="Times New Roman"/>
                <a:cs typeface="Times New Roman"/>
              </a:rPr>
              <a:t>APIM</a:t>
            </a:r>
            <a:r>
              <a:rPr dirty="0" sz="2400" spc="70">
                <a:solidFill>
                  <a:srgbClr val="1A1A18"/>
                </a:solidFill>
                <a:latin typeface="Times New Roman"/>
                <a:cs typeface="Times New Roman"/>
              </a:rPr>
              <a:t> </a:t>
            </a:r>
            <a:r>
              <a:rPr dirty="0" sz="2400" spc="-25">
                <a:solidFill>
                  <a:srgbClr val="2B2B28"/>
                </a:solidFill>
                <a:latin typeface="Times New Roman"/>
                <a:cs typeface="Times New Roman"/>
              </a:rPr>
              <a:t>and</a:t>
            </a:r>
            <a:r>
              <a:rPr dirty="0" sz="2400">
                <a:solidFill>
                  <a:srgbClr val="2B2B28"/>
                </a:solidFill>
                <a:latin typeface="Times New Roman"/>
                <a:cs typeface="Times New Roman"/>
              </a:rPr>
              <a:t>	</a:t>
            </a:r>
            <a:r>
              <a:rPr dirty="0" sz="2400" spc="90">
                <a:solidFill>
                  <a:srgbClr val="1A1A18"/>
                </a:solidFill>
                <a:latin typeface="Times New Roman"/>
                <a:cs typeface="Times New Roman"/>
              </a:rPr>
              <a:t>0Auth2.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13255091" y="3585064"/>
            <a:ext cx="3590925" cy="12128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47015" marR="5080" indent="-234950">
              <a:lnSpc>
                <a:spcPct val="108200"/>
              </a:lnSpc>
              <a:spcBef>
                <a:spcPts val="95"/>
              </a:spcBef>
              <a:buChar char="•"/>
              <a:tabLst>
                <a:tab pos="247015" algn="l"/>
                <a:tab pos="252095" algn="l"/>
              </a:tabLst>
            </a:pPr>
            <a:r>
              <a:rPr dirty="0" sz="2400">
                <a:latin typeface="Times New Roman"/>
                <a:cs typeface="Times New Roman"/>
              </a:rPr>
              <a:t>	</a:t>
            </a:r>
            <a:r>
              <a:rPr dirty="0" sz="2400">
                <a:solidFill>
                  <a:srgbClr val="1A1A18"/>
                </a:solidFill>
                <a:latin typeface="Times New Roman"/>
                <a:cs typeface="Times New Roman"/>
              </a:rPr>
              <a:t>Built-in</a:t>
            </a:r>
            <a:r>
              <a:rPr dirty="0" sz="2400" spc="85">
                <a:solidFill>
                  <a:srgbClr val="1A1A18"/>
                </a:solidFill>
                <a:latin typeface="Times New Roman"/>
                <a:cs typeface="Times New Roman"/>
              </a:rPr>
              <a:t> </a:t>
            </a:r>
            <a:r>
              <a:rPr dirty="0" sz="2400" spc="75">
                <a:solidFill>
                  <a:srgbClr val="2B2B28"/>
                </a:solidFill>
                <a:latin typeface="Times New Roman"/>
                <a:cs typeface="Times New Roman"/>
              </a:rPr>
              <a:t>observability</a:t>
            </a:r>
            <a:r>
              <a:rPr dirty="0" sz="2400" spc="90">
                <a:solidFill>
                  <a:srgbClr val="2B2B28"/>
                </a:solidFill>
                <a:latin typeface="Times New Roman"/>
                <a:cs typeface="Times New Roman"/>
              </a:rPr>
              <a:t> </a:t>
            </a:r>
            <a:r>
              <a:rPr dirty="0" sz="2400" spc="65">
                <a:solidFill>
                  <a:srgbClr val="2B2B28"/>
                </a:solidFill>
                <a:latin typeface="Times New Roman"/>
                <a:cs typeface="Times New Roman"/>
              </a:rPr>
              <a:t>and </a:t>
            </a:r>
            <a:r>
              <a:rPr dirty="0" sz="2400" spc="90">
                <a:solidFill>
                  <a:srgbClr val="1A1A18"/>
                </a:solidFill>
                <a:latin typeface="Times New Roman"/>
                <a:cs typeface="Times New Roman"/>
              </a:rPr>
              <a:t>audit</a:t>
            </a:r>
            <a:r>
              <a:rPr dirty="0" sz="2400" spc="5">
                <a:solidFill>
                  <a:srgbClr val="1A1A18"/>
                </a:solidFill>
                <a:latin typeface="Times New Roman"/>
                <a:cs typeface="Times New Roman"/>
              </a:rPr>
              <a:t> </a:t>
            </a:r>
            <a:r>
              <a:rPr dirty="0" sz="2400" spc="85">
                <a:solidFill>
                  <a:srgbClr val="1A1A18"/>
                </a:solidFill>
                <a:latin typeface="Times New Roman"/>
                <a:cs typeface="Times New Roman"/>
              </a:rPr>
              <a:t>hooks</a:t>
            </a:r>
            <a:r>
              <a:rPr dirty="0" sz="2400" spc="-55">
                <a:solidFill>
                  <a:srgbClr val="1A1A18"/>
                </a:solidFill>
                <a:latin typeface="Times New Roman"/>
                <a:cs typeface="Times New Roman"/>
              </a:rPr>
              <a:t> </a:t>
            </a:r>
            <a:r>
              <a:rPr dirty="0" sz="2400" spc="45">
                <a:solidFill>
                  <a:srgbClr val="1A1A18"/>
                </a:solidFill>
                <a:latin typeface="Times New Roman"/>
                <a:cs typeface="Times New Roman"/>
              </a:rPr>
              <a:t>for </a:t>
            </a:r>
            <a:r>
              <a:rPr dirty="0" sz="2400" spc="114">
                <a:solidFill>
                  <a:srgbClr val="1A1A18"/>
                </a:solidFill>
                <a:latin typeface="Times New Roman"/>
                <a:cs typeface="Times New Roman"/>
              </a:rPr>
              <a:t>enterprise</a:t>
            </a:r>
            <a:r>
              <a:rPr dirty="0" sz="2400" spc="125">
                <a:solidFill>
                  <a:srgbClr val="1A1A18"/>
                </a:solidFill>
                <a:latin typeface="Times New Roman"/>
                <a:cs typeface="Times New Roman"/>
              </a:rPr>
              <a:t> </a:t>
            </a:r>
            <a:r>
              <a:rPr dirty="0" sz="2400" spc="90">
                <a:solidFill>
                  <a:srgbClr val="1A1A18"/>
                </a:solidFill>
                <a:latin typeface="Times New Roman"/>
                <a:cs typeface="Times New Roman"/>
              </a:rPr>
              <a:t>monitoring.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13255091" y="5053172"/>
            <a:ext cx="3785235" cy="1200150"/>
          </a:xfrm>
          <a:prstGeom prst="rect">
            <a:avLst/>
          </a:prstGeom>
        </p:spPr>
        <p:txBody>
          <a:bodyPr wrap="square" lIns="0" tIns="18415" rIns="0" bIns="0" rtlCol="0" vert="horz">
            <a:spAutoFit/>
          </a:bodyPr>
          <a:lstStyle/>
          <a:p>
            <a:pPr marL="247015" marR="5080" indent="-234950">
              <a:lnSpc>
                <a:spcPct val="106500"/>
              </a:lnSpc>
              <a:spcBef>
                <a:spcPts val="145"/>
              </a:spcBef>
              <a:buChar char="•"/>
              <a:tabLst>
                <a:tab pos="247015" algn="l"/>
                <a:tab pos="251460" algn="l"/>
              </a:tabLst>
            </a:pPr>
            <a:r>
              <a:rPr dirty="0" sz="2400">
                <a:latin typeface="Times New Roman"/>
                <a:cs typeface="Times New Roman"/>
              </a:rPr>
              <a:t>	</a:t>
            </a:r>
            <a:r>
              <a:rPr dirty="0" sz="2400" spc="60">
                <a:solidFill>
                  <a:srgbClr val="1A1A18"/>
                </a:solidFill>
                <a:latin typeface="Times New Roman"/>
                <a:cs typeface="Times New Roman"/>
              </a:rPr>
              <a:t>Event-driven</a:t>
            </a:r>
            <a:r>
              <a:rPr dirty="0" sz="2400" spc="105">
                <a:solidFill>
                  <a:srgbClr val="1A1A18"/>
                </a:solidFill>
                <a:latin typeface="Times New Roman"/>
                <a:cs typeface="Times New Roman"/>
              </a:rPr>
              <a:t> </a:t>
            </a:r>
            <a:r>
              <a:rPr dirty="0" sz="2400" spc="70">
                <a:solidFill>
                  <a:srgbClr val="1A1A18"/>
                </a:solidFill>
                <a:latin typeface="Times New Roman"/>
                <a:cs typeface="Times New Roman"/>
              </a:rPr>
              <a:t>publishing </a:t>
            </a:r>
            <a:r>
              <a:rPr dirty="0" sz="2400" spc="70">
                <a:solidFill>
                  <a:srgbClr val="2B2B28"/>
                </a:solidFill>
                <a:latin typeface="Times New Roman"/>
                <a:cs typeface="Times New Roman"/>
              </a:rPr>
              <a:t>for</a:t>
            </a:r>
            <a:r>
              <a:rPr dirty="0" sz="2400" spc="-35">
                <a:solidFill>
                  <a:srgbClr val="2B2B28"/>
                </a:solidFill>
                <a:latin typeface="Times New Roman"/>
                <a:cs typeface="Times New Roman"/>
              </a:rPr>
              <a:t> </a:t>
            </a:r>
            <a:r>
              <a:rPr dirty="0" sz="2400" spc="110">
                <a:solidFill>
                  <a:srgbClr val="2B2B28"/>
                </a:solidFill>
                <a:latin typeface="Times New Roman"/>
                <a:cs typeface="Times New Roman"/>
              </a:rPr>
              <a:t>seamless</a:t>
            </a:r>
            <a:r>
              <a:rPr dirty="0" sz="2400" spc="-100">
                <a:solidFill>
                  <a:srgbClr val="2B2B28"/>
                </a:solidFill>
                <a:latin typeface="Times New Roman"/>
                <a:cs typeface="Times New Roman"/>
              </a:rPr>
              <a:t> </a:t>
            </a:r>
            <a:r>
              <a:rPr dirty="0" sz="2400" spc="80">
                <a:solidFill>
                  <a:srgbClr val="1A1A18"/>
                </a:solidFill>
                <a:latin typeface="Times New Roman"/>
                <a:cs typeface="Times New Roman"/>
              </a:rPr>
              <a:t>integration </a:t>
            </a:r>
            <a:r>
              <a:rPr dirty="0" sz="2400" spc="50">
                <a:solidFill>
                  <a:srgbClr val="1A1A18"/>
                </a:solidFill>
                <a:latin typeface="Times New Roman"/>
                <a:cs typeface="Times New Roman"/>
              </a:rPr>
              <a:t>w</a:t>
            </a:r>
            <a:r>
              <a:rPr dirty="0" sz="2400" spc="50">
                <a:latin typeface="Times New Roman"/>
                <a:cs typeface="Times New Roman"/>
              </a:rPr>
              <a:t>i</a:t>
            </a:r>
            <a:r>
              <a:rPr dirty="0" sz="2400" spc="50">
                <a:solidFill>
                  <a:srgbClr val="1A1A18"/>
                </a:solidFill>
                <a:latin typeface="Times New Roman"/>
                <a:cs typeface="Times New Roman"/>
              </a:rPr>
              <a:t>th</a:t>
            </a:r>
            <a:r>
              <a:rPr dirty="0" sz="2400" spc="70">
                <a:solidFill>
                  <a:srgbClr val="1A1A18"/>
                </a:solidFill>
                <a:latin typeface="Times New Roman"/>
                <a:cs typeface="Times New Roman"/>
              </a:rPr>
              <a:t> </a:t>
            </a:r>
            <a:r>
              <a:rPr dirty="0" sz="2400" spc="110">
                <a:solidFill>
                  <a:srgbClr val="1A1A18"/>
                </a:solidFill>
                <a:latin typeface="Times New Roman"/>
                <a:cs typeface="Times New Roman"/>
              </a:rPr>
              <a:t>downstream</a:t>
            </a:r>
            <a:r>
              <a:rPr dirty="0" sz="2400">
                <a:solidFill>
                  <a:srgbClr val="1A1A18"/>
                </a:solidFill>
                <a:latin typeface="Times New Roman"/>
                <a:cs typeface="Times New Roman"/>
              </a:rPr>
              <a:t> </a:t>
            </a:r>
            <a:r>
              <a:rPr dirty="0" sz="2400" spc="80">
                <a:solidFill>
                  <a:srgbClr val="1A1A18"/>
                </a:solidFill>
                <a:latin typeface="Times New Roman"/>
                <a:cs typeface="Times New Roman"/>
              </a:rPr>
              <a:t>systems</a:t>
            </a:r>
            <a:r>
              <a:rPr dirty="0" sz="2400" spc="8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4763039" y="7130223"/>
            <a:ext cx="236220" cy="3702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250" spc="-525">
                <a:solidFill>
                  <a:srgbClr val="B8BFBF"/>
                </a:solidFill>
                <a:latin typeface="Courier New"/>
                <a:cs typeface="Courier New"/>
              </a:rPr>
              <a:t>-</a:t>
            </a:r>
            <a:r>
              <a:rPr dirty="0" sz="2250" spc="-580">
                <a:solidFill>
                  <a:srgbClr val="A1A19E"/>
                </a:solidFill>
                <a:latin typeface="Courier New"/>
                <a:cs typeface="Courier New"/>
              </a:rPr>
              <a:t>:</a:t>
            </a:r>
            <a:endParaRPr sz="2250">
              <a:latin typeface="Courier New"/>
              <a:cs typeface="Courier New"/>
            </a:endParaRPr>
          </a:p>
        </p:txBody>
      </p:sp>
      <p:sp>
        <p:nvSpPr>
          <p:cNvPr id="68" name="object 68"/>
          <p:cNvSpPr/>
          <p:nvPr/>
        </p:nvSpPr>
        <p:spPr>
          <a:xfrm>
            <a:off x="4987332" y="7349202"/>
            <a:ext cx="7828280" cy="0"/>
          </a:xfrm>
          <a:custGeom>
            <a:avLst/>
            <a:gdLst/>
            <a:ahLst/>
            <a:cxnLst/>
            <a:rect l="l" t="t" r="r" b="b"/>
            <a:pathLst>
              <a:path w="7828280" h="0">
                <a:moveTo>
                  <a:pt x="0" y="0"/>
                </a:moveTo>
                <a:lnTo>
                  <a:pt x="7828051" y="0"/>
                </a:lnTo>
              </a:path>
            </a:pathLst>
          </a:custGeom>
          <a:ln w="16908">
            <a:solidFill>
              <a:srgbClr val="A0A09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 txBox="1"/>
          <p:nvPr/>
        </p:nvSpPr>
        <p:spPr>
          <a:xfrm>
            <a:off x="4848546" y="7391928"/>
            <a:ext cx="777240" cy="3625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dirty="0" baseline="78431" sz="1275" spc="-112">
                <a:solidFill>
                  <a:srgbClr val="908E90"/>
                </a:solidFill>
                <a:latin typeface="Times New Roman"/>
                <a:cs typeface="Times New Roman"/>
              </a:rPr>
              <a:t>'</a:t>
            </a:r>
            <a:r>
              <a:rPr dirty="0" baseline="52287" sz="1275" spc="-112">
                <a:solidFill>
                  <a:srgbClr val="777775"/>
                </a:solidFill>
                <a:latin typeface="Times New Roman"/>
                <a:cs typeface="Times New Roman"/>
              </a:rPr>
              <a:t>'</a:t>
            </a:r>
            <a:r>
              <a:rPr dirty="0" sz="1850" spc="-75">
                <a:solidFill>
                  <a:srgbClr val="777775"/>
                </a:solidFill>
                <a:latin typeface="Times New Roman"/>
                <a:cs typeface="Times New Roman"/>
              </a:rPr>
              <a:t>.</a:t>
            </a:r>
            <a:r>
              <a:rPr dirty="0" sz="1850" spc="-75">
                <a:solidFill>
                  <a:srgbClr val="A1A19E"/>
                </a:solidFill>
                <a:latin typeface="Times New Roman"/>
                <a:cs typeface="Times New Roman"/>
              </a:rPr>
              <a:t>............</a:t>
            </a:r>
            <a:r>
              <a:rPr dirty="0" sz="2200" spc="-75">
                <a:solidFill>
                  <a:srgbClr val="A1A19E"/>
                </a:solidFill>
                <a:latin typeface="Times New Roman"/>
                <a:cs typeface="Times New Roman"/>
              </a:rPr>
              <a:t>,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4717184" y="7813212"/>
            <a:ext cx="307975" cy="11283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200" spc="-355">
                <a:solidFill>
                  <a:srgbClr val="2B2B28"/>
                </a:solidFill>
                <a:latin typeface="Arial"/>
                <a:cs typeface="Arial"/>
              </a:rPr>
              <a:t>•</a:t>
            </a:r>
            <a:endParaRPr sz="7200">
              <a:latin typeface="Arial"/>
              <a:cs typeface="Arial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5612368" y="8055768"/>
            <a:ext cx="72390" cy="2552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500" spc="-50">
                <a:solidFill>
                  <a:srgbClr val="5D5D5B"/>
                </a:solidFill>
                <a:latin typeface="Arial"/>
                <a:cs typeface="Arial"/>
              </a:rPr>
              <a:t>.</a:t>
            </a:r>
            <a:endParaRPr sz="1500">
              <a:latin typeface="Arial"/>
              <a:cs typeface="Arial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7288731" y="7513207"/>
            <a:ext cx="2134235" cy="1714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950">
                <a:solidFill>
                  <a:srgbClr val="2B2B28"/>
                </a:solidFill>
                <a:latin typeface="Arial"/>
                <a:cs typeface="Arial"/>
              </a:rPr>
              <a:t>E</a:t>
            </a:r>
            <a:r>
              <a:rPr dirty="0" sz="950">
                <a:solidFill>
                  <a:srgbClr val="464642"/>
                </a:solidFill>
                <a:latin typeface="Arial"/>
                <a:cs typeface="Arial"/>
              </a:rPr>
              <a:t>xte</a:t>
            </a:r>
            <a:r>
              <a:rPr dirty="0" sz="950">
                <a:solidFill>
                  <a:srgbClr val="5D5D5B"/>
                </a:solidFill>
                <a:latin typeface="Arial"/>
                <a:cs typeface="Arial"/>
              </a:rPr>
              <a:t>ma</a:t>
            </a:r>
            <a:r>
              <a:rPr dirty="0" sz="950">
                <a:solidFill>
                  <a:srgbClr val="2B2B28"/>
                </a:solidFill>
                <a:latin typeface="Arial"/>
                <a:cs typeface="Arial"/>
              </a:rPr>
              <a:t>l</a:t>
            </a:r>
            <a:r>
              <a:rPr dirty="0" sz="950" spc="-80">
                <a:solidFill>
                  <a:srgbClr val="2B2B2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5D5D5B"/>
                </a:solidFill>
                <a:latin typeface="Arial"/>
                <a:cs typeface="Arial"/>
              </a:rPr>
              <a:t>t</a:t>
            </a:r>
            <a:r>
              <a:rPr dirty="0" sz="950">
                <a:solidFill>
                  <a:srgbClr val="464642"/>
                </a:solidFill>
                <a:latin typeface="Arial"/>
                <a:cs typeface="Arial"/>
              </a:rPr>
              <a:t>n</a:t>
            </a:r>
            <a:r>
              <a:rPr dirty="0" sz="950">
                <a:solidFill>
                  <a:srgbClr val="5D5D5B"/>
                </a:solidFill>
                <a:latin typeface="Arial"/>
                <a:cs typeface="Arial"/>
              </a:rPr>
              <a:t>f</a:t>
            </a:r>
            <a:r>
              <a:rPr dirty="0" sz="950">
                <a:solidFill>
                  <a:srgbClr val="464642"/>
                </a:solidFill>
                <a:latin typeface="Arial"/>
                <a:cs typeface="Arial"/>
              </a:rPr>
              <a:t>ra</a:t>
            </a:r>
            <a:r>
              <a:rPr dirty="0" sz="950">
                <a:solidFill>
                  <a:srgbClr val="5D5D5B"/>
                </a:solidFill>
                <a:latin typeface="Arial"/>
                <a:cs typeface="Arial"/>
              </a:rPr>
              <a:t>s</a:t>
            </a:r>
            <a:r>
              <a:rPr dirty="0" sz="950">
                <a:solidFill>
                  <a:srgbClr val="464642"/>
                </a:solidFill>
                <a:latin typeface="Arial"/>
                <a:cs typeface="Arial"/>
              </a:rPr>
              <a:t>tru</a:t>
            </a:r>
            <a:r>
              <a:rPr dirty="0" sz="950">
                <a:solidFill>
                  <a:srgbClr val="5D5D5B"/>
                </a:solidFill>
                <a:latin typeface="Arial"/>
                <a:cs typeface="Arial"/>
              </a:rPr>
              <a:t>e</a:t>
            </a:r>
            <a:r>
              <a:rPr dirty="0" sz="950">
                <a:solidFill>
                  <a:srgbClr val="464642"/>
                </a:solidFill>
                <a:latin typeface="Arial"/>
                <a:cs typeface="Arial"/>
              </a:rPr>
              <a:t>tu</a:t>
            </a:r>
            <a:r>
              <a:rPr dirty="0" sz="950">
                <a:solidFill>
                  <a:srgbClr val="5D5D5B"/>
                </a:solidFill>
                <a:latin typeface="Arial"/>
                <a:cs typeface="Arial"/>
              </a:rPr>
              <a:t>te</a:t>
            </a:r>
            <a:r>
              <a:rPr dirty="0" sz="950" spc="40">
                <a:solidFill>
                  <a:srgbClr val="5D5D5B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5D5D5B"/>
                </a:solidFill>
                <a:latin typeface="Arial"/>
                <a:cs typeface="Arial"/>
              </a:rPr>
              <a:t>&amp;</a:t>
            </a:r>
            <a:r>
              <a:rPr dirty="0" sz="950" spc="-40">
                <a:solidFill>
                  <a:srgbClr val="5D5D5B"/>
                </a:solidFill>
                <a:latin typeface="Arial"/>
                <a:cs typeface="Arial"/>
              </a:rPr>
              <a:t> </a:t>
            </a:r>
            <a:r>
              <a:rPr dirty="0" sz="950" spc="-65">
                <a:solidFill>
                  <a:srgbClr val="464642"/>
                </a:solidFill>
                <a:latin typeface="Arial"/>
                <a:cs typeface="Arial"/>
              </a:rPr>
              <a:t>Az:</a:t>
            </a:r>
            <a:r>
              <a:rPr dirty="0" sz="950" spc="-65">
                <a:solidFill>
                  <a:srgbClr val="5D5D5B"/>
                </a:solidFill>
                <a:latin typeface="Arial"/>
                <a:cs typeface="Arial"/>
              </a:rPr>
              <a:t>u</a:t>
            </a:r>
            <a:r>
              <a:rPr dirty="0" sz="950" spc="-65">
                <a:solidFill>
                  <a:srgbClr val="464642"/>
                </a:solidFill>
                <a:latin typeface="Arial"/>
                <a:cs typeface="Arial"/>
              </a:rPr>
              <a:t>r</a:t>
            </a:r>
            <a:r>
              <a:rPr dirty="0" sz="950" spc="-65">
                <a:solidFill>
                  <a:srgbClr val="5D5D5B"/>
                </a:solidFill>
                <a:latin typeface="Arial"/>
                <a:cs typeface="Arial"/>
              </a:rPr>
              <a:t>e</a:t>
            </a:r>
            <a:r>
              <a:rPr dirty="0" sz="950" spc="-120">
                <a:solidFill>
                  <a:srgbClr val="5D5D5B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464642"/>
                </a:solidFill>
                <a:latin typeface="Arial"/>
                <a:cs typeface="Arial"/>
              </a:rPr>
              <a:t>S</a:t>
            </a:r>
            <a:r>
              <a:rPr dirty="0" sz="950" spc="-10">
                <a:solidFill>
                  <a:srgbClr val="5D5D5B"/>
                </a:solidFill>
                <a:latin typeface="Arial"/>
                <a:cs typeface="Arial"/>
              </a:rPr>
              <a:t>el'\llces</a:t>
            </a:r>
            <a:endParaRPr sz="950">
              <a:latin typeface="Arial"/>
              <a:cs typeface="Arial"/>
            </a:endParaRPr>
          </a:p>
        </p:txBody>
      </p:sp>
      <p:sp>
        <p:nvSpPr>
          <p:cNvPr id="73" name="object 73"/>
          <p:cNvSpPr/>
          <p:nvPr/>
        </p:nvSpPr>
        <p:spPr>
          <a:xfrm>
            <a:off x="10163251" y="8243153"/>
            <a:ext cx="181610" cy="137795"/>
          </a:xfrm>
          <a:custGeom>
            <a:avLst/>
            <a:gdLst/>
            <a:ahLst/>
            <a:cxnLst/>
            <a:rect l="l" t="t" r="r" b="b"/>
            <a:pathLst>
              <a:path w="181609" h="137795">
                <a:moveTo>
                  <a:pt x="181512" y="137485"/>
                </a:moveTo>
                <a:lnTo>
                  <a:pt x="0" y="137485"/>
                </a:lnTo>
                <a:lnTo>
                  <a:pt x="0" y="0"/>
                </a:lnTo>
                <a:lnTo>
                  <a:pt x="181512" y="0"/>
                </a:lnTo>
                <a:lnTo>
                  <a:pt x="181512" y="137485"/>
                </a:lnTo>
                <a:close/>
              </a:path>
            </a:pathLst>
          </a:custGeom>
          <a:solidFill>
            <a:srgbClr val="2D2F3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 txBox="1"/>
          <p:nvPr/>
        </p:nvSpPr>
        <p:spPr>
          <a:xfrm>
            <a:off x="10150550" y="8234495"/>
            <a:ext cx="394335" cy="1479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00" spc="70">
                <a:solidFill>
                  <a:srgbClr val="B8BFBF"/>
                </a:solidFill>
                <a:latin typeface="Times New Roman"/>
                <a:cs typeface="Times New Roman"/>
              </a:rPr>
              <a:t>A!ll</a:t>
            </a:r>
            <a:r>
              <a:rPr dirty="0" sz="800" spc="70">
                <a:solidFill>
                  <a:srgbClr val="A1A19E"/>
                </a:solidFill>
                <a:latin typeface="Times New Roman"/>
                <a:cs typeface="Times New Roman"/>
              </a:rPr>
              <a:t>�o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75" name="object 75"/>
          <p:cNvSpPr/>
          <p:nvPr/>
        </p:nvSpPr>
        <p:spPr>
          <a:xfrm>
            <a:off x="10026993" y="8332520"/>
            <a:ext cx="449580" cy="137795"/>
          </a:xfrm>
          <a:custGeom>
            <a:avLst/>
            <a:gdLst/>
            <a:ahLst/>
            <a:cxnLst/>
            <a:rect l="l" t="t" r="r" b="b"/>
            <a:pathLst>
              <a:path w="449579" h="137795">
                <a:moveTo>
                  <a:pt x="209092" y="0"/>
                </a:moveTo>
                <a:lnTo>
                  <a:pt x="0" y="0"/>
                </a:lnTo>
                <a:lnTo>
                  <a:pt x="0" y="137490"/>
                </a:lnTo>
                <a:lnTo>
                  <a:pt x="209092" y="137490"/>
                </a:lnTo>
                <a:lnTo>
                  <a:pt x="209092" y="0"/>
                </a:lnTo>
                <a:close/>
              </a:path>
              <a:path w="449579" h="137795">
                <a:moveTo>
                  <a:pt x="449173" y="0"/>
                </a:moveTo>
                <a:lnTo>
                  <a:pt x="346913" y="0"/>
                </a:lnTo>
                <a:lnTo>
                  <a:pt x="346913" y="137490"/>
                </a:lnTo>
                <a:lnTo>
                  <a:pt x="449173" y="137490"/>
                </a:lnTo>
                <a:lnTo>
                  <a:pt x="449173" y="0"/>
                </a:lnTo>
                <a:close/>
              </a:path>
            </a:pathLst>
          </a:custGeom>
          <a:solidFill>
            <a:srgbClr val="2D2F3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/>
          <p:nvPr/>
        </p:nvSpPr>
        <p:spPr>
          <a:xfrm>
            <a:off x="10527809" y="8332516"/>
            <a:ext cx="136525" cy="137795"/>
          </a:xfrm>
          <a:custGeom>
            <a:avLst/>
            <a:gdLst/>
            <a:ahLst/>
            <a:cxnLst/>
            <a:rect l="l" t="t" r="r" b="b"/>
            <a:pathLst>
              <a:path w="136525" h="137795">
                <a:moveTo>
                  <a:pt x="136294" y="137485"/>
                </a:moveTo>
                <a:lnTo>
                  <a:pt x="0" y="137485"/>
                </a:lnTo>
                <a:lnTo>
                  <a:pt x="0" y="0"/>
                </a:lnTo>
                <a:lnTo>
                  <a:pt x="136294" y="0"/>
                </a:lnTo>
                <a:lnTo>
                  <a:pt x="136294" y="137485"/>
                </a:lnTo>
                <a:close/>
              </a:path>
            </a:pathLst>
          </a:custGeom>
          <a:solidFill>
            <a:srgbClr val="2D2F3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 txBox="1"/>
          <p:nvPr/>
        </p:nvSpPr>
        <p:spPr>
          <a:xfrm>
            <a:off x="9987105" y="8323857"/>
            <a:ext cx="723900" cy="1479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00" spc="-75">
                <a:solidFill>
                  <a:srgbClr val="908E90"/>
                </a:solidFill>
                <a:latin typeface="Times New Roman"/>
                <a:cs typeface="Times New Roman"/>
              </a:rPr>
              <a:t>!</a:t>
            </a:r>
            <a:r>
              <a:rPr dirty="0" sz="800" spc="-75">
                <a:solidFill>
                  <a:srgbClr val="B8BFBF"/>
                </a:solidFill>
                <a:latin typeface="Times New Roman"/>
                <a:cs typeface="Times New Roman"/>
              </a:rPr>
              <a:t>Corv.1</a:t>
            </a:r>
            <a:r>
              <a:rPr dirty="0" sz="800" spc="-75">
                <a:solidFill>
                  <a:srgbClr val="A1A19E"/>
                </a:solidFill>
                <a:latin typeface="Times New Roman"/>
                <a:cs typeface="Times New Roman"/>
              </a:rPr>
              <a:t>111</a:t>
            </a:r>
            <a:r>
              <a:rPr dirty="0" sz="800" spc="-75">
                <a:solidFill>
                  <a:srgbClr val="B8BFBF"/>
                </a:solidFill>
                <a:latin typeface="Times New Roman"/>
                <a:cs typeface="Times New Roman"/>
              </a:rPr>
              <a:t>!</a:t>
            </a:r>
            <a:r>
              <a:rPr dirty="0" sz="800" spc="25">
                <a:solidFill>
                  <a:srgbClr val="B8BFBF"/>
                </a:solidFill>
                <a:latin typeface="Times New Roman"/>
                <a:cs typeface="Times New Roman"/>
              </a:rPr>
              <a:t> </a:t>
            </a:r>
            <a:r>
              <a:rPr dirty="0" sz="800" spc="45">
                <a:solidFill>
                  <a:srgbClr val="B8BFBF"/>
                </a:solidFill>
                <a:latin typeface="Times New Roman"/>
                <a:cs typeface="Times New Roman"/>
              </a:rPr>
              <a:t>S</a:t>
            </a:r>
            <a:r>
              <a:rPr dirty="0" sz="800" spc="45">
                <a:solidFill>
                  <a:srgbClr val="A1A19E"/>
                </a:solidFill>
                <a:latin typeface="Times New Roman"/>
                <a:cs typeface="Times New Roman"/>
              </a:rPr>
              <a:t>t</a:t>
            </a:r>
            <a:r>
              <a:rPr dirty="0" sz="800" spc="45">
                <a:solidFill>
                  <a:srgbClr val="B8BFBF"/>
                </a:solidFill>
                <a:latin typeface="Times New Roman"/>
                <a:cs typeface="Times New Roman"/>
              </a:rPr>
              <a:t>c,c</a:t>
            </a:r>
            <a:r>
              <a:rPr dirty="0" sz="800" spc="45">
                <a:solidFill>
                  <a:srgbClr val="908E90"/>
                </a:solidFill>
                <a:latin typeface="Times New Roman"/>
                <a:cs typeface="Times New Roman"/>
              </a:rPr>
              <a:t>,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78" name="object 78"/>
          <p:cNvSpPr/>
          <p:nvPr/>
        </p:nvSpPr>
        <p:spPr>
          <a:xfrm>
            <a:off x="11421478" y="8249792"/>
            <a:ext cx="612775" cy="218440"/>
          </a:xfrm>
          <a:custGeom>
            <a:avLst/>
            <a:gdLst/>
            <a:ahLst/>
            <a:cxnLst/>
            <a:rect l="l" t="t" r="r" b="b"/>
            <a:pathLst>
              <a:path w="612775" h="218440">
                <a:moveTo>
                  <a:pt x="612533" y="0"/>
                </a:moveTo>
                <a:lnTo>
                  <a:pt x="0" y="0"/>
                </a:lnTo>
                <a:lnTo>
                  <a:pt x="0" y="128892"/>
                </a:lnTo>
                <a:lnTo>
                  <a:pt x="116065" y="128892"/>
                </a:lnTo>
                <a:lnTo>
                  <a:pt x="116065" y="218262"/>
                </a:lnTo>
                <a:lnTo>
                  <a:pt x="599782" y="218262"/>
                </a:lnTo>
                <a:lnTo>
                  <a:pt x="599782" y="128892"/>
                </a:lnTo>
                <a:lnTo>
                  <a:pt x="612533" y="128892"/>
                </a:lnTo>
                <a:lnTo>
                  <a:pt x="612533" y="0"/>
                </a:lnTo>
                <a:close/>
              </a:path>
            </a:pathLst>
          </a:custGeom>
          <a:solidFill>
            <a:srgbClr val="2D2F3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 txBox="1"/>
          <p:nvPr/>
        </p:nvSpPr>
        <p:spPr>
          <a:xfrm>
            <a:off x="11408781" y="8240878"/>
            <a:ext cx="725805" cy="2298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ts val="800"/>
              </a:lnSpc>
              <a:spcBef>
                <a:spcPts val="100"/>
              </a:spcBef>
            </a:pPr>
            <a:r>
              <a:rPr dirty="0" sz="750" spc="-10">
                <a:solidFill>
                  <a:srgbClr val="B8BFBF"/>
                </a:solidFill>
                <a:latin typeface="Times New Roman"/>
                <a:cs typeface="Times New Roman"/>
              </a:rPr>
              <a:t>CAAllol�nDt&gt;</a:t>
            </a:r>
            <a:r>
              <a:rPr dirty="0" sz="750" spc="-10">
                <a:solidFill>
                  <a:srgbClr val="A1A19E"/>
                </a:solidFill>
                <a:latin typeface="Times New Roman"/>
                <a:cs typeface="Times New Roman"/>
              </a:rPr>
              <a:t>n</a:t>
            </a:r>
            <a:endParaRPr sz="750">
              <a:latin typeface="Times New Roman"/>
              <a:cs typeface="Times New Roman"/>
            </a:endParaRPr>
          </a:p>
          <a:p>
            <a:pPr algn="ctr" marL="30480">
              <a:lnSpc>
                <a:spcPts val="800"/>
              </a:lnSpc>
            </a:pPr>
            <a:r>
              <a:rPr dirty="0" sz="750" spc="30">
                <a:solidFill>
                  <a:srgbClr val="B8BFBF"/>
                </a:solidFill>
                <a:latin typeface="Times New Roman"/>
                <a:cs typeface="Times New Roman"/>
              </a:rPr>
              <a:t>)HTI'F</a:t>
            </a:r>
            <a:r>
              <a:rPr dirty="0" sz="750" spc="-45">
                <a:solidFill>
                  <a:srgbClr val="B8BFBF"/>
                </a:solidFill>
                <a:latin typeface="Times New Roman"/>
                <a:cs typeface="Times New Roman"/>
              </a:rPr>
              <a:t> </a:t>
            </a:r>
            <a:r>
              <a:rPr dirty="0" sz="750" spc="-20">
                <a:solidFill>
                  <a:srgbClr val="B8BFBF"/>
                </a:solidFill>
                <a:latin typeface="Times New Roman"/>
                <a:cs typeface="Times New Roman"/>
              </a:rPr>
              <a:t>IIPO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13128967" y="6845537"/>
            <a:ext cx="3924300" cy="22421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1821180" indent="15240">
              <a:lnSpc>
                <a:spcPct val="106300"/>
              </a:lnSpc>
              <a:spcBef>
                <a:spcPts val="95"/>
              </a:spcBef>
            </a:pPr>
            <a:r>
              <a:rPr dirty="0" sz="2600" b="1">
                <a:solidFill>
                  <a:srgbClr val="BA9966"/>
                </a:solidFill>
                <a:latin typeface="Arial"/>
                <a:cs typeface="Arial"/>
              </a:rPr>
              <a:t>Advanced</a:t>
            </a:r>
            <a:r>
              <a:rPr dirty="0" sz="2600" spc="330" b="1">
                <a:solidFill>
                  <a:srgbClr val="BA9966"/>
                </a:solidFill>
                <a:latin typeface="Arial"/>
                <a:cs typeface="Arial"/>
              </a:rPr>
              <a:t> </a:t>
            </a:r>
            <a:r>
              <a:rPr dirty="0" sz="2600" spc="35" b="1">
                <a:solidFill>
                  <a:srgbClr val="BA9966"/>
                </a:solidFill>
                <a:latin typeface="Arial"/>
                <a:cs typeface="Arial"/>
              </a:rPr>
              <a:t>Al </a:t>
            </a:r>
            <a:r>
              <a:rPr dirty="0" sz="2600" spc="-10" b="1">
                <a:solidFill>
                  <a:srgbClr val="BA9966"/>
                </a:solidFill>
                <a:latin typeface="Arial"/>
                <a:cs typeface="Arial"/>
              </a:rPr>
              <a:t>Capabilities</a:t>
            </a:r>
            <a:endParaRPr sz="2600">
              <a:latin typeface="Arial"/>
              <a:cs typeface="Arial"/>
            </a:endParaRPr>
          </a:p>
          <a:p>
            <a:pPr marL="381635" marR="5080" indent="-243204">
              <a:lnSpc>
                <a:spcPct val="108200"/>
              </a:lnSpc>
              <a:spcBef>
                <a:spcPts val="1470"/>
              </a:spcBef>
              <a:buChar char="•"/>
              <a:tabLst>
                <a:tab pos="381635" algn="l"/>
                <a:tab pos="388620" algn="l"/>
              </a:tabLst>
            </a:pPr>
            <a:r>
              <a:rPr dirty="0" sz="2400">
                <a:solidFill>
                  <a:srgbClr val="1A1A18"/>
                </a:solidFill>
                <a:latin typeface="Times New Roman"/>
                <a:cs typeface="Times New Roman"/>
              </a:rPr>
              <a:t>	Native</a:t>
            </a:r>
            <a:r>
              <a:rPr dirty="0" sz="2400" spc="150">
                <a:solidFill>
                  <a:srgbClr val="1A1A18"/>
                </a:solidFill>
                <a:latin typeface="Times New Roman"/>
                <a:cs typeface="Times New Roman"/>
              </a:rPr>
              <a:t> </a:t>
            </a:r>
            <a:r>
              <a:rPr dirty="0" sz="2400" spc="60">
                <a:solidFill>
                  <a:srgbClr val="1A1A18"/>
                </a:solidFill>
                <a:latin typeface="Times New Roman"/>
                <a:cs typeface="Times New Roman"/>
              </a:rPr>
              <a:t>multi-</a:t>
            </a:r>
            <a:r>
              <a:rPr dirty="0" sz="2400" spc="65">
                <a:solidFill>
                  <a:srgbClr val="1A1A18"/>
                </a:solidFill>
                <a:latin typeface="Times New Roman"/>
                <a:cs typeface="Times New Roman"/>
              </a:rPr>
              <a:t>modal </a:t>
            </a:r>
            <a:r>
              <a:rPr dirty="0" sz="2400" spc="90">
                <a:solidFill>
                  <a:srgbClr val="1A1A18"/>
                </a:solidFill>
                <a:latin typeface="Times New Roman"/>
                <a:cs typeface="Times New Roman"/>
              </a:rPr>
              <a:t>processing</a:t>
            </a:r>
            <a:r>
              <a:rPr dirty="0" sz="2400" spc="-95">
                <a:solidFill>
                  <a:srgbClr val="1A1A18"/>
                </a:solidFill>
                <a:latin typeface="Times New Roman"/>
                <a:cs typeface="Times New Roman"/>
              </a:rPr>
              <a:t> </a:t>
            </a:r>
            <a:r>
              <a:rPr dirty="0" sz="2400" spc="95">
                <a:solidFill>
                  <a:srgbClr val="1A1A18"/>
                </a:solidFill>
                <a:latin typeface="Times New Roman"/>
                <a:cs typeface="Times New Roman"/>
              </a:rPr>
              <a:t>with</a:t>
            </a:r>
            <a:r>
              <a:rPr dirty="0" sz="2400" spc="10">
                <a:solidFill>
                  <a:srgbClr val="1A1A18"/>
                </a:solidFill>
                <a:latin typeface="Times New Roman"/>
                <a:cs typeface="Times New Roman"/>
              </a:rPr>
              <a:t> </a:t>
            </a:r>
            <a:r>
              <a:rPr dirty="0" sz="2400" spc="-60">
                <a:solidFill>
                  <a:srgbClr val="1A1A18"/>
                </a:solidFill>
                <a:latin typeface="Times New Roman"/>
                <a:cs typeface="Times New Roman"/>
              </a:rPr>
              <a:t>GPT-</a:t>
            </a:r>
            <a:r>
              <a:rPr dirty="0" sz="2400" spc="-25">
                <a:solidFill>
                  <a:srgbClr val="1A1A18"/>
                </a:solidFill>
                <a:latin typeface="Times New Roman"/>
                <a:cs typeface="Times New Roman"/>
              </a:rPr>
              <a:t>4o </a:t>
            </a:r>
            <a:r>
              <a:rPr dirty="0" sz="2400">
                <a:solidFill>
                  <a:srgbClr val="2B2B28"/>
                </a:solidFill>
                <a:latin typeface="Times New Roman"/>
                <a:cs typeface="Times New Roman"/>
              </a:rPr>
              <a:t>Vis</a:t>
            </a:r>
            <a:r>
              <a:rPr dirty="0" sz="2400">
                <a:latin typeface="Times New Roman"/>
                <a:cs typeface="Times New Roman"/>
              </a:rPr>
              <a:t>i</a:t>
            </a:r>
            <a:r>
              <a:rPr dirty="0" sz="2400">
                <a:solidFill>
                  <a:srgbClr val="1A1A18"/>
                </a:solidFill>
                <a:latin typeface="Times New Roman"/>
                <a:cs typeface="Times New Roman"/>
              </a:rPr>
              <a:t>on</a:t>
            </a:r>
            <a:r>
              <a:rPr dirty="0" sz="2400" spc="30">
                <a:solidFill>
                  <a:srgbClr val="1A1A18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1A1A18"/>
                </a:solidFill>
                <a:latin typeface="Times New Roman"/>
                <a:cs typeface="Times New Roman"/>
              </a:rPr>
              <a:t>for</a:t>
            </a:r>
            <a:r>
              <a:rPr dirty="0" sz="2400" spc="265">
                <a:solidFill>
                  <a:srgbClr val="1A1A18"/>
                </a:solidFill>
                <a:latin typeface="Times New Roman"/>
                <a:cs typeface="Times New Roman"/>
              </a:rPr>
              <a:t> </a:t>
            </a:r>
            <a:r>
              <a:rPr dirty="0" sz="2400" spc="85">
                <a:solidFill>
                  <a:srgbClr val="1A1A18"/>
                </a:solidFill>
                <a:latin typeface="Times New Roman"/>
                <a:cs typeface="Times New Roman"/>
              </a:rPr>
              <a:t>text</a:t>
            </a:r>
            <a:r>
              <a:rPr dirty="0" sz="2400" spc="-120">
                <a:solidFill>
                  <a:srgbClr val="1A1A18"/>
                </a:solidFill>
                <a:latin typeface="Times New Roman"/>
                <a:cs typeface="Times New Roman"/>
              </a:rPr>
              <a:t> </a:t>
            </a:r>
            <a:r>
              <a:rPr dirty="0" sz="2400" spc="114">
                <a:solidFill>
                  <a:srgbClr val="1A1A18"/>
                </a:solidFill>
                <a:latin typeface="Times New Roman"/>
                <a:cs typeface="Times New Roman"/>
              </a:rPr>
              <a:t>and</a:t>
            </a:r>
            <a:r>
              <a:rPr dirty="0" sz="2400">
                <a:solidFill>
                  <a:srgbClr val="1A1A18"/>
                </a:solidFill>
                <a:latin typeface="Times New Roman"/>
                <a:cs typeface="Times New Roman"/>
              </a:rPr>
              <a:t> </a:t>
            </a:r>
            <a:r>
              <a:rPr dirty="0" sz="2400" spc="95">
                <a:solidFill>
                  <a:srgbClr val="1A1A18"/>
                </a:solidFill>
                <a:latin typeface="Times New Roman"/>
                <a:cs typeface="Times New Roman"/>
              </a:rPr>
              <a:t>images</a:t>
            </a:r>
            <a:r>
              <a:rPr dirty="0" sz="2400" spc="95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16158729" y="9396214"/>
            <a:ext cx="1243965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110">
                <a:solidFill>
                  <a:srgbClr val="2B2B28"/>
                </a:solidFill>
                <a:latin typeface="Times New Roman"/>
                <a:cs typeface="Times New Roman"/>
              </a:rPr>
              <a:t>I'S\</a:t>
            </a:r>
            <a:r>
              <a:rPr dirty="0" sz="1400" spc="20">
                <a:solidFill>
                  <a:srgbClr val="2B2B28"/>
                </a:solidFill>
                <a:latin typeface="Times New Roman"/>
                <a:cs typeface="Times New Roman"/>
              </a:rPr>
              <a:t> </a:t>
            </a:r>
            <a:r>
              <a:rPr dirty="0" sz="1350" spc="-10">
                <a:solidFill>
                  <a:srgbClr val="1A1A18"/>
                </a:solidFill>
                <a:latin typeface="Arial"/>
                <a:cs typeface="Arial"/>
              </a:rPr>
              <a:t>NotebookLM</a:t>
            </a:r>
            <a:endParaRPr sz="13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51174" y="3676914"/>
            <a:ext cx="1273691" cy="1148953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329945" y="3881173"/>
            <a:ext cx="891584" cy="114895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704926" y="3702446"/>
            <a:ext cx="1452008" cy="1251082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8533735" y="3549252"/>
            <a:ext cx="764540" cy="0"/>
          </a:xfrm>
          <a:custGeom>
            <a:avLst/>
            <a:gdLst/>
            <a:ahLst/>
            <a:cxnLst/>
            <a:rect l="l" t="t" r="r" b="b"/>
            <a:pathLst>
              <a:path w="764540" h="0">
                <a:moveTo>
                  <a:pt x="0" y="0"/>
                </a:moveTo>
                <a:lnTo>
                  <a:pt x="764215" y="0"/>
                </a:lnTo>
              </a:path>
            </a:pathLst>
          </a:custGeom>
          <a:ln w="2553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8457314" y="3664147"/>
            <a:ext cx="840740" cy="0"/>
          </a:xfrm>
          <a:custGeom>
            <a:avLst/>
            <a:gdLst/>
            <a:ahLst/>
            <a:cxnLst/>
            <a:rect l="l" t="t" r="r" b="b"/>
            <a:pathLst>
              <a:path w="840740" h="0">
                <a:moveTo>
                  <a:pt x="0" y="0"/>
                </a:moveTo>
                <a:lnTo>
                  <a:pt x="840636" y="0"/>
                </a:lnTo>
              </a:path>
            </a:pathLst>
          </a:custGeom>
          <a:ln w="2553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1120885" y="798216"/>
            <a:ext cx="15304769" cy="722630"/>
          </a:xfrm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4550" spc="130">
                <a:solidFill>
                  <a:srgbClr val="211F1C"/>
                </a:solidFill>
              </a:rPr>
              <a:t>Akka</a:t>
            </a:r>
            <a:r>
              <a:rPr dirty="0" sz="4550" spc="-50">
                <a:solidFill>
                  <a:srgbClr val="211F1C"/>
                </a:solidFill>
              </a:rPr>
              <a:t> </a:t>
            </a:r>
            <a:r>
              <a:rPr dirty="0" sz="4550" spc="95">
                <a:solidFill>
                  <a:srgbClr val="211F1C"/>
                </a:solidFill>
              </a:rPr>
              <a:t>IDP</a:t>
            </a:r>
            <a:r>
              <a:rPr dirty="0" sz="4550" spc="-320">
                <a:solidFill>
                  <a:srgbClr val="211F1C"/>
                </a:solidFill>
              </a:rPr>
              <a:t> </a:t>
            </a:r>
            <a:r>
              <a:rPr dirty="0" sz="4550" spc="70">
                <a:solidFill>
                  <a:srgbClr val="211F1C"/>
                </a:solidFill>
              </a:rPr>
              <a:t>is</a:t>
            </a:r>
            <a:r>
              <a:rPr dirty="0" sz="4550" spc="-20">
                <a:solidFill>
                  <a:srgbClr val="211F1C"/>
                </a:solidFill>
              </a:rPr>
              <a:t> </a:t>
            </a:r>
            <a:r>
              <a:rPr dirty="0" sz="4550" spc="50">
                <a:solidFill>
                  <a:srgbClr val="211F1C"/>
                </a:solidFill>
              </a:rPr>
              <a:t>Our</a:t>
            </a:r>
            <a:r>
              <a:rPr dirty="0" sz="4550" spc="5">
                <a:solidFill>
                  <a:srgbClr val="211F1C"/>
                </a:solidFill>
              </a:rPr>
              <a:t> </a:t>
            </a:r>
            <a:r>
              <a:rPr dirty="0" sz="4550" spc="65">
                <a:solidFill>
                  <a:srgbClr val="211F1C"/>
                </a:solidFill>
              </a:rPr>
              <a:t>Foundation</a:t>
            </a:r>
            <a:r>
              <a:rPr dirty="0" sz="4550" spc="210">
                <a:solidFill>
                  <a:srgbClr val="211F1C"/>
                </a:solidFill>
              </a:rPr>
              <a:t> </a:t>
            </a:r>
            <a:r>
              <a:rPr dirty="0" sz="4550" spc="95">
                <a:solidFill>
                  <a:srgbClr val="211F1C"/>
                </a:solidFill>
              </a:rPr>
              <a:t>for</a:t>
            </a:r>
            <a:r>
              <a:rPr dirty="0" sz="4550" spc="-60">
                <a:solidFill>
                  <a:srgbClr val="211F1C"/>
                </a:solidFill>
              </a:rPr>
              <a:t> </a:t>
            </a:r>
            <a:r>
              <a:rPr dirty="0" sz="4550">
                <a:solidFill>
                  <a:srgbClr val="211F1C"/>
                </a:solidFill>
              </a:rPr>
              <a:t>Building</a:t>
            </a:r>
            <a:r>
              <a:rPr dirty="0" sz="4550" spc="-45">
                <a:solidFill>
                  <a:srgbClr val="211F1C"/>
                </a:solidFill>
              </a:rPr>
              <a:t> </a:t>
            </a:r>
            <a:r>
              <a:rPr dirty="0" sz="4550" spc="105">
                <a:solidFill>
                  <a:srgbClr val="211F1C"/>
                </a:solidFill>
              </a:rPr>
              <a:t>Enterprise</a:t>
            </a:r>
            <a:r>
              <a:rPr dirty="0" sz="4550" spc="215">
                <a:solidFill>
                  <a:srgbClr val="211F1C"/>
                </a:solidFill>
              </a:rPr>
              <a:t> </a:t>
            </a:r>
            <a:r>
              <a:rPr dirty="0" sz="4550" spc="125">
                <a:solidFill>
                  <a:srgbClr val="211F1C"/>
                </a:solidFill>
              </a:rPr>
              <a:t>Al</a:t>
            </a:r>
            <a:endParaRPr sz="4550"/>
          </a:p>
        </p:txBody>
      </p:sp>
      <p:sp>
        <p:nvSpPr>
          <p:cNvPr id="8" name="object 8"/>
          <p:cNvSpPr txBox="1"/>
          <p:nvPr/>
        </p:nvSpPr>
        <p:spPr>
          <a:xfrm>
            <a:off x="3184967" y="1730143"/>
            <a:ext cx="11120755" cy="980440"/>
          </a:xfrm>
          <a:prstGeom prst="rect">
            <a:avLst/>
          </a:prstGeom>
        </p:spPr>
        <p:txBody>
          <a:bodyPr wrap="square" lIns="0" tIns="34925" rIns="0" bIns="0" rtlCol="0" vert="horz">
            <a:spAutoFit/>
          </a:bodyPr>
          <a:lstStyle/>
          <a:p>
            <a:pPr marL="1271270" marR="5080" indent="-1259205">
              <a:lnSpc>
                <a:spcPts val="3720"/>
              </a:lnSpc>
              <a:spcBef>
                <a:spcPts val="275"/>
              </a:spcBef>
            </a:pPr>
            <a:r>
              <a:rPr dirty="0" sz="3150" spc="50">
                <a:solidFill>
                  <a:srgbClr val="0E0C0C"/>
                </a:solidFill>
                <a:latin typeface="Times New Roman"/>
                <a:cs typeface="Times New Roman"/>
              </a:rPr>
              <a:t>This</a:t>
            </a:r>
            <a:r>
              <a:rPr dirty="0" sz="3150" spc="-165">
                <a:solidFill>
                  <a:srgbClr val="0E0C0C"/>
                </a:solidFill>
                <a:latin typeface="Times New Roman"/>
                <a:cs typeface="Times New Roman"/>
              </a:rPr>
              <a:t> </a:t>
            </a:r>
            <a:r>
              <a:rPr dirty="0" sz="3150" spc="90">
                <a:solidFill>
                  <a:srgbClr val="0E0C0C"/>
                </a:solidFill>
                <a:latin typeface="Times New Roman"/>
                <a:cs typeface="Times New Roman"/>
              </a:rPr>
              <a:t>is</a:t>
            </a:r>
            <a:r>
              <a:rPr dirty="0" sz="3150" spc="-165">
                <a:solidFill>
                  <a:srgbClr val="0E0C0C"/>
                </a:solidFill>
                <a:latin typeface="Times New Roman"/>
                <a:cs typeface="Times New Roman"/>
              </a:rPr>
              <a:t> </a:t>
            </a:r>
            <a:r>
              <a:rPr dirty="0" sz="3150" spc="105">
                <a:solidFill>
                  <a:srgbClr val="0E0C0C"/>
                </a:solidFill>
                <a:latin typeface="Times New Roman"/>
                <a:cs typeface="Times New Roman"/>
              </a:rPr>
              <a:t>more</a:t>
            </a:r>
            <a:r>
              <a:rPr dirty="0" sz="3150" spc="-55">
                <a:solidFill>
                  <a:srgbClr val="0E0C0C"/>
                </a:solidFill>
                <a:latin typeface="Times New Roman"/>
                <a:cs typeface="Times New Roman"/>
              </a:rPr>
              <a:t> </a:t>
            </a:r>
            <a:r>
              <a:rPr dirty="0" sz="3150" spc="135">
                <a:solidFill>
                  <a:srgbClr val="0E0C0C"/>
                </a:solidFill>
                <a:latin typeface="Times New Roman"/>
                <a:cs typeface="Times New Roman"/>
              </a:rPr>
              <a:t>than</a:t>
            </a:r>
            <a:r>
              <a:rPr dirty="0" sz="3150" spc="30">
                <a:solidFill>
                  <a:srgbClr val="0E0C0C"/>
                </a:solidFill>
                <a:latin typeface="Times New Roman"/>
                <a:cs typeface="Times New Roman"/>
              </a:rPr>
              <a:t> </a:t>
            </a:r>
            <a:r>
              <a:rPr dirty="0" sz="3150" spc="140">
                <a:solidFill>
                  <a:srgbClr val="211F1C"/>
                </a:solidFill>
                <a:latin typeface="Times New Roman"/>
                <a:cs typeface="Times New Roman"/>
              </a:rPr>
              <a:t>a</a:t>
            </a:r>
            <a:r>
              <a:rPr dirty="0" sz="3150" spc="-90">
                <a:solidFill>
                  <a:srgbClr val="211F1C"/>
                </a:solidFill>
                <a:latin typeface="Times New Roman"/>
                <a:cs typeface="Times New Roman"/>
              </a:rPr>
              <a:t> </a:t>
            </a:r>
            <a:r>
              <a:rPr dirty="0" sz="3150" spc="75">
                <a:solidFill>
                  <a:srgbClr val="0E0C0C"/>
                </a:solidFill>
                <a:latin typeface="Times New Roman"/>
                <a:cs typeface="Times New Roman"/>
              </a:rPr>
              <a:t>replacement</a:t>
            </a:r>
            <a:r>
              <a:rPr dirty="0" sz="3150" spc="100">
                <a:solidFill>
                  <a:srgbClr val="0E0C0C"/>
                </a:solidFill>
                <a:latin typeface="Times New Roman"/>
                <a:cs typeface="Times New Roman"/>
              </a:rPr>
              <a:t> </a:t>
            </a:r>
            <a:r>
              <a:rPr dirty="0" sz="3150" spc="85">
                <a:solidFill>
                  <a:srgbClr val="0E0C0C"/>
                </a:solidFill>
                <a:latin typeface="Times New Roman"/>
                <a:cs typeface="Times New Roman"/>
              </a:rPr>
              <a:t>for</a:t>
            </a:r>
            <a:r>
              <a:rPr dirty="0" sz="3150" spc="-130">
                <a:solidFill>
                  <a:srgbClr val="0E0C0C"/>
                </a:solidFill>
                <a:latin typeface="Times New Roman"/>
                <a:cs typeface="Times New Roman"/>
              </a:rPr>
              <a:t> </a:t>
            </a:r>
            <a:r>
              <a:rPr dirty="0" sz="3150" spc="-45">
                <a:solidFill>
                  <a:srgbClr val="0E0C0C"/>
                </a:solidFill>
                <a:latin typeface="Times New Roman"/>
                <a:cs typeface="Times New Roman"/>
              </a:rPr>
              <a:t>IDP</a:t>
            </a:r>
            <a:r>
              <a:rPr dirty="0" sz="3150" spc="-300">
                <a:solidFill>
                  <a:srgbClr val="0E0C0C"/>
                </a:solidFill>
                <a:latin typeface="Times New Roman"/>
                <a:cs typeface="Times New Roman"/>
              </a:rPr>
              <a:t> </a:t>
            </a:r>
            <a:r>
              <a:rPr dirty="0" sz="3050">
                <a:solidFill>
                  <a:srgbClr val="0E0C0C"/>
                </a:solidFill>
                <a:latin typeface="Times New Roman"/>
                <a:cs typeface="Times New Roman"/>
              </a:rPr>
              <a:t>1.75;</a:t>
            </a:r>
            <a:r>
              <a:rPr dirty="0" sz="3050" spc="-130">
                <a:solidFill>
                  <a:srgbClr val="0E0C0C"/>
                </a:solidFill>
                <a:latin typeface="Times New Roman"/>
                <a:cs typeface="Times New Roman"/>
              </a:rPr>
              <a:t> </a:t>
            </a:r>
            <a:r>
              <a:rPr dirty="0" sz="3150">
                <a:solidFill>
                  <a:srgbClr val="0E0C0C"/>
                </a:solidFill>
                <a:latin typeface="Times New Roman"/>
                <a:cs typeface="Times New Roman"/>
              </a:rPr>
              <a:t>it's</a:t>
            </a:r>
            <a:r>
              <a:rPr dirty="0" sz="3150" spc="-95">
                <a:solidFill>
                  <a:srgbClr val="0E0C0C"/>
                </a:solidFill>
                <a:latin typeface="Times New Roman"/>
                <a:cs typeface="Times New Roman"/>
              </a:rPr>
              <a:t> </a:t>
            </a:r>
            <a:r>
              <a:rPr dirty="0" sz="3150">
                <a:solidFill>
                  <a:srgbClr val="211F1C"/>
                </a:solidFill>
                <a:latin typeface="Times New Roman"/>
                <a:cs typeface="Times New Roman"/>
              </a:rPr>
              <a:t>a</a:t>
            </a:r>
            <a:r>
              <a:rPr dirty="0" sz="3150" spc="-15">
                <a:solidFill>
                  <a:srgbClr val="211F1C"/>
                </a:solidFill>
                <a:latin typeface="Times New Roman"/>
                <a:cs typeface="Times New Roman"/>
              </a:rPr>
              <a:t> </a:t>
            </a:r>
            <a:r>
              <a:rPr dirty="0" sz="3150" spc="50">
                <a:solidFill>
                  <a:srgbClr val="211F1C"/>
                </a:solidFill>
                <a:latin typeface="Times New Roman"/>
                <a:cs typeface="Times New Roman"/>
              </a:rPr>
              <a:t>strategic</a:t>
            </a:r>
            <a:r>
              <a:rPr dirty="0" sz="3150" spc="-15">
                <a:solidFill>
                  <a:srgbClr val="211F1C"/>
                </a:solidFill>
                <a:latin typeface="Times New Roman"/>
                <a:cs typeface="Times New Roman"/>
              </a:rPr>
              <a:t> </a:t>
            </a:r>
            <a:r>
              <a:rPr dirty="0" sz="3150">
                <a:solidFill>
                  <a:srgbClr val="211F1C"/>
                </a:solidFill>
                <a:latin typeface="Times New Roman"/>
                <a:cs typeface="Times New Roman"/>
              </a:rPr>
              <a:t>shift</a:t>
            </a:r>
            <a:r>
              <a:rPr dirty="0" sz="3150" spc="-130">
                <a:solidFill>
                  <a:srgbClr val="211F1C"/>
                </a:solidFill>
                <a:latin typeface="Times New Roman"/>
                <a:cs typeface="Times New Roman"/>
              </a:rPr>
              <a:t> </a:t>
            </a:r>
            <a:r>
              <a:rPr dirty="0" sz="3150" spc="-25">
                <a:solidFill>
                  <a:srgbClr val="0E0C0C"/>
                </a:solidFill>
                <a:latin typeface="Times New Roman"/>
                <a:cs typeface="Times New Roman"/>
              </a:rPr>
              <a:t>to </a:t>
            </a:r>
            <a:r>
              <a:rPr dirty="0" sz="3150" spc="55">
                <a:solidFill>
                  <a:srgbClr val="211F1C"/>
                </a:solidFill>
                <a:latin typeface="Times New Roman"/>
                <a:cs typeface="Times New Roman"/>
              </a:rPr>
              <a:t>a</a:t>
            </a:r>
            <a:r>
              <a:rPr dirty="0" sz="3150" spc="60">
                <a:solidFill>
                  <a:srgbClr val="211F1C"/>
                </a:solidFill>
                <a:latin typeface="Times New Roman"/>
                <a:cs typeface="Times New Roman"/>
              </a:rPr>
              <a:t> </a:t>
            </a:r>
            <a:r>
              <a:rPr dirty="0" sz="3150" spc="100">
                <a:solidFill>
                  <a:srgbClr val="0E0C0C"/>
                </a:solidFill>
                <a:latin typeface="Times New Roman"/>
                <a:cs typeface="Times New Roman"/>
              </a:rPr>
              <a:t>new</a:t>
            </a:r>
            <a:r>
              <a:rPr dirty="0" sz="3150" spc="-5">
                <a:solidFill>
                  <a:srgbClr val="0E0C0C"/>
                </a:solidFill>
                <a:latin typeface="Times New Roman"/>
                <a:cs typeface="Times New Roman"/>
              </a:rPr>
              <a:t> </a:t>
            </a:r>
            <a:r>
              <a:rPr dirty="0" sz="3150" spc="55">
                <a:solidFill>
                  <a:srgbClr val="0E0C0C"/>
                </a:solidFill>
                <a:latin typeface="Times New Roman"/>
                <a:cs typeface="Times New Roman"/>
              </a:rPr>
              <a:t>paradigm</a:t>
            </a:r>
            <a:r>
              <a:rPr dirty="0" sz="3150" spc="175">
                <a:solidFill>
                  <a:srgbClr val="0E0C0C"/>
                </a:solidFill>
                <a:latin typeface="Times New Roman"/>
                <a:cs typeface="Times New Roman"/>
              </a:rPr>
              <a:t> </a:t>
            </a:r>
            <a:r>
              <a:rPr dirty="0" sz="3150">
                <a:solidFill>
                  <a:srgbClr val="0E0C0C"/>
                </a:solidFill>
                <a:latin typeface="Times New Roman"/>
                <a:cs typeface="Times New Roman"/>
              </a:rPr>
              <a:t>of</a:t>
            </a:r>
            <a:r>
              <a:rPr dirty="0" sz="3150" spc="145">
                <a:solidFill>
                  <a:srgbClr val="0E0C0C"/>
                </a:solidFill>
                <a:latin typeface="Times New Roman"/>
                <a:cs typeface="Times New Roman"/>
              </a:rPr>
              <a:t> </a:t>
            </a:r>
            <a:r>
              <a:rPr dirty="0" sz="3150">
                <a:solidFill>
                  <a:srgbClr val="0E0C0C"/>
                </a:solidFill>
                <a:latin typeface="Times New Roman"/>
                <a:cs typeface="Times New Roman"/>
              </a:rPr>
              <a:t>building</a:t>
            </a:r>
            <a:r>
              <a:rPr dirty="0" sz="3150" spc="130">
                <a:solidFill>
                  <a:srgbClr val="0E0C0C"/>
                </a:solidFill>
                <a:latin typeface="Times New Roman"/>
                <a:cs typeface="Times New Roman"/>
              </a:rPr>
              <a:t> </a:t>
            </a:r>
            <a:r>
              <a:rPr dirty="0" sz="3150">
                <a:solidFill>
                  <a:srgbClr val="0E0C0C"/>
                </a:solidFill>
                <a:latin typeface="Times New Roman"/>
                <a:cs typeface="Times New Roman"/>
              </a:rPr>
              <a:t>intelligent</a:t>
            </a:r>
            <a:r>
              <a:rPr dirty="0" sz="3150" spc="180">
                <a:solidFill>
                  <a:srgbClr val="0E0C0C"/>
                </a:solidFill>
                <a:latin typeface="Times New Roman"/>
                <a:cs typeface="Times New Roman"/>
              </a:rPr>
              <a:t> </a:t>
            </a:r>
            <a:r>
              <a:rPr dirty="0" sz="3150" spc="35">
                <a:solidFill>
                  <a:srgbClr val="211F1C"/>
                </a:solidFill>
                <a:latin typeface="Times New Roman"/>
                <a:cs typeface="Times New Roman"/>
              </a:rPr>
              <a:t>applications.</a:t>
            </a:r>
            <a:endParaRPr sz="31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88088" y="5400411"/>
            <a:ext cx="4408805" cy="1468120"/>
          </a:xfrm>
          <a:prstGeom prst="rect">
            <a:avLst/>
          </a:prstGeom>
        </p:spPr>
        <p:txBody>
          <a:bodyPr wrap="square" lIns="0" tIns="41910" rIns="0" bIns="0" rtlCol="0" vert="horz">
            <a:spAutoFit/>
          </a:bodyPr>
          <a:lstStyle/>
          <a:p>
            <a:pPr algn="ctr" marL="12700" marR="5080">
              <a:lnSpc>
                <a:spcPct val="92700"/>
              </a:lnSpc>
              <a:spcBef>
                <a:spcPts val="330"/>
              </a:spcBef>
            </a:pPr>
            <a:r>
              <a:rPr dirty="0" sz="2500" spc="-125" b="1">
                <a:solidFill>
                  <a:srgbClr val="0E0C0C"/>
                </a:solidFill>
                <a:latin typeface="Times New Roman"/>
                <a:cs typeface="Times New Roman"/>
              </a:rPr>
              <a:t>From</a:t>
            </a:r>
            <a:r>
              <a:rPr dirty="0" sz="2500" spc="-175" b="1">
                <a:solidFill>
                  <a:srgbClr val="0E0C0C"/>
                </a:solidFill>
                <a:latin typeface="Times New Roman"/>
                <a:cs typeface="Times New Roman"/>
              </a:rPr>
              <a:t> </a:t>
            </a:r>
            <a:r>
              <a:rPr dirty="0" sz="2500" spc="-90" b="1">
                <a:solidFill>
                  <a:srgbClr val="0E0C0C"/>
                </a:solidFill>
                <a:latin typeface="Times New Roman"/>
                <a:cs typeface="Times New Roman"/>
              </a:rPr>
              <a:t>Brittle</a:t>
            </a:r>
            <a:r>
              <a:rPr dirty="0" sz="2500" spc="-120" b="1">
                <a:solidFill>
                  <a:srgbClr val="0E0C0C"/>
                </a:solidFill>
                <a:latin typeface="Times New Roman"/>
                <a:cs typeface="Times New Roman"/>
              </a:rPr>
              <a:t> </a:t>
            </a:r>
            <a:r>
              <a:rPr dirty="0" sz="2500" spc="60" b="1">
                <a:solidFill>
                  <a:srgbClr val="0E0C0C"/>
                </a:solidFill>
                <a:latin typeface="Times New Roman"/>
                <a:cs typeface="Times New Roman"/>
              </a:rPr>
              <a:t>to</a:t>
            </a:r>
            <a:r>
              <a:rPr dirty="0" sz="2500" spc="-310" b="1">
                <a:solidFill>
                  <a:srgbClr val="0E0C0C"/>
                </a:solidFill>
                <a:latin typeface="Times New Roman"/>
                <a:cs typeface="Times New Roman"/>
              </a:rPr>
              <a:t> </a:t>
            </a:r>
            <a:r>
              <a:rPr dirty="0" sz="2500" spc="-50" b="1">
                <a:solidFill>
                  <a:srgbClr val="0E0C0C"/>
                </a:solidFill>
                <a:latin typeface="Times New Roman"/>
                <a:cs typeface="Times New Roman"/>
              </a:rPr>
              <a:t>Resilient:</a:t>
            </a:r>
            <a:r>
              <a:rPr dirty="0" sz="2500" spc="-210" b="1">
                <a:solidFill>
                  <a:srgbClr val="0E0C0C"/>
                </a:solidFill>
                <a:latin typeface="Times New Roman"/>
                <a:cs typeface="Times New Roman"/>
              </a:rPr>
              <a:t> </a:t>
            </a:r>
            <a:r>
              <a:rPr dirty="0" sz="2500" spc="-185">
                <a:solidFill>
                  <a:srgbClr val="211F1C"/>
                </a:solidFill>
                <a:latin typeface="Times New Roman"/>
                <a:cs typeface="Times New Roman"/>
              </a:rPr>
              <a:t>We</a:t>
            </a:r>
            <a:r>
              <a:rPr dirty="0" sz="2500" spc="-90">
                <a:solidFill>
                  <a:srgbClr val="211F1C"/>
                </a:solidFill>
                <a:latin typeface="Times New Roman"/>
                <a:cs typeface="Times New Roman"/>
              </a:rPr>
              <a:t> </a:t>
            </a:r>
            <a:r>
              <a:rPr dirty="0" sz="2500" spc="-30">
                <a:solidFill>
                  <a:srgbClr val="211F1C"/>
                </a:solidFill>
                <a:latin typeface="Times New Roman"/>
                <a:cs typeface="Times New Roman"/>
              </a:rPr>
              <a:t>move </a:t>
            </a:r>
            <a:r>
              <a:rPr dirty="0" sz="2500">
                <a:solidFill>
                  <a:srgbClr val="0E0C0C"/>
                </a:solidFill>
                <a:latin typeface="Times New Roman"/>
                <a:cs typeface="Times New Roman"/>
              </a:rPr>
              <a:t>from</a:t>
            </a:r>
            <a:r>
              <a:rPr dirty="0" sz="2500" spc="-155">
                <a:solidFill>
                  <a:srgbClr val="0E0C0C"/>
                </a:solidFill>
                <a:latin typeface="Times New Roman"/>
                <a:cs typeface="Times New Roman"/>
              </a:rPr>
              <a:t> </a:t>
            </a:r>
            <a:r>
              <a:rPr dirty="0" sz="2500" spc="-30">
                <a:solidFill>
                  <a:srgbClr val="211F1C"/>
                </a:solidFill>
                <a:latin typeface="Times New Roman"/>
                <a:cs typeface="Times New Roman"/>
              </a:rPr>
              <a:t>fragile</a:t>
            </a:r>
            <a:r>
              <a:rPr dirty="0" sz="2500" spc="-45">
                <a:solidFill>
                  <a:srgbClr val="211F1C"/>
                </a:solidFill>
                <a:latin typeface="Times New Roman"/>
                <a:cs typeface="Times New Roman"/>
              </a:rPr>
              <a:t> </a:t>
            </a:r>
            <a:r>
              <a:rPr dirty="0" sz="2500" spc="-20">
                <a:solidFill>
                  <a:srgbClr val="211F1C"/>
                </a:solidFill>
                <a:latin typeface="Times New Roman"/>
                <a:cs typeface="Times New Roman"/>
              </a:rPr>
              <a:t>pipelines</a:t>
            </a:r>
            <a:r>
              <a:rPr dirty="0" sz="2500" spc="-185">
                <a:solidFill>
                  <a:srgbClr val="211F1C"/>
                </a:solidFill>
                <a:latin typeface="Times New Roman"/>
                <a:cs typeface="Times New Roman"/>
              </a:rPr>
              <a:t> </a:t>
            </a:r>
            <a:r>
              <a:rPr dirty="0" sz="2500">
                <a:solidFill>
                  <a:srgbClr val="211F1C"/>
                </a:solidFill>
                <a:latin typeface="Times New Roman"/>
                <a:cs typeface="Times New Roman"/>
              </a:rPr>
              <a:t>with</a:t>
            </a:r>
            <a:r>
              <a:rPr dirty="0" sz="2500" spc="-90">
                <a:solidFill>
                  <a:srgbClr val="211F1C"/>
                </a:solidFill>
                <a:latin typeface="Times New Roman"/>
                <a:cs typeface="Times New Roman"/>
              </a:rPr>
              <a:t> </a:t>
            </a:r>
            <a:r>
              <a:rPr dirty="0" sz="2500" spc="-10">
                <a:solidFill>
                  <a:srgbClr val="0E0C0C"/>
                </a:solidFill>
                <a:latin typeface="Times New Roman"/>
                <a:cs typeface="Times New Roman"/>
              </a:rPr>
              <a:t>manual </a:t>
            </a:r>
            <a:r>
              <a:rPr dirty="0" sz="2500" spc="-35">
                <a:solidFill>
                  <a:srgbClr val="211F1C"/>
                </a:solidFill>
                <a:latin typeface="Times New Roman"/>
                <a:cs typeface="Times New Roman"/>
              </a:rPr>
              <a:t>recovery</a:t>
            </a:r>
            <a:r>
              <a:rPr dirty="0" sz="2500" spc="-110">
                <a:solidFill>
                  <a:srgbClr val="211F1C"/>
                </a:solidFill>
                <a:latin typeface="Times New Roman"/>
                <a:cs typeface="Times New Roman"/>
              </a:rPr>
              <a:t> </a:t>
            </a:r>
            <a:r>
              <a:rPr dirty="0" sz="2500" spc="65">
                <a:solidFill>
                  <a:srgbClr val="211F1C"/>
                </a:solidFill>
                <a:latin typeface="Times New Roman"/>
                <a:cs typeface="Times New Roman"/>
              </a:rPr>
              <a:t>to</a:t>
            </a:r>
            <a:r>
              <a:rPr dirty="0" sz="2500" spc="-300">
                <a:solidFill>
                  <a:srgbClr val="211F1C"/>
                </a:solidFill>
                <a:latin typeface="Times New Roman"/>
                <a:cs typeface="Times New Roman"/>
              </a:rPr>
              <a:t> </a:t>
            </a:r>
            <a:r>
              <a:rPr dirty="0" sz="2500" spc="-45">
                <a:solidFill>
                  <a:srgbClr val="211F1C"/>
                </a:solidFill>
                <a:latin typeface="Times New Roman"/>
                <a:cs typeface="Times New Roman"/>
              </a:rPr>
              <a:t>self-</a:t>
            </a:r>
            <a:r>
              <a:rPr dirty="0" sz="2500" spc="-35">
                <a:solidFill>
                  <a:srgbClr val="211F1C"/>
                </a:solidFill>
                <a:latin typeface="Times New Roman"/>
                <a:cs typeface="Times New Roman"/>
              </a:rPr>
              <a:t>healing</a:t>
            </a:r>
            <a:r>
              <a:rPr dirty="0" sz="2500" spc="-55">
                <a:solidFill>
                  <a:srgbClr val="211F1C"/>
                </a:solidFill>
                <a:latin typeface="Times New Roman"/>
                <a:cs typeface="Times New Roman"/>
              </a:rPr>
              <a:t> </a:t>
            </a:r>
            <a:r>
              <a:rPr dirty="0" sz="2500" spc="-10">
                <a:solidFill>
                  <a:srgbClr val="211F1C"/>
                </a:solidFill>
                <a:latin typeface="Times New Roman"/>
                <a:cs typeface="Times New Roman"/>
              </a:rPr>
              <a:t>workflows </a:t>
            </a:r>
            <a:r>
              <a:rPr dirty="0" sz="2500">
                <a:solidFill>
                  <a:srgbClr val="211F1C"/>
                </a:solidFill>
                <a:latin typeface="Times New Roman"/>
                <a:cs typeface="Times New Roman"/>
              </a:rPr>
              <a:t>that</a:t>
            </a:r>
            <a:r>
              <a:rPr dirty="0" sz="2500" spc="-165">
                <a:solidFill>
                  <a:srgbClr val="211F1C"/>
                </a:solidFill>
                <a:latin typeface="Times New Roman"/>
                <a:cs typeface="Times New Roman"/>
              </a:rPr>
              <a:t> </a:t>
            </a:r>
            <a:r>
              <a:rPr dirty="0" sz="2500">
                <a:solidFill>
                  <a:srgbClr val="211F1C"/>
                </a:solidFill>
                <a:latin typeface="Times New Roman"/>
                <a:cs typeface="Times New Roman"/>
              </a:rPr>
              <a:t>guarantee</a:t>
            </a:r>
            <a:r>
              <a:rPr dirty="0" sz="2500" spc="-40">
                <a:solidFill>
                  <a:srgbClr val="211F1C"/>
                </a:solidFill>
                <a:latin typeface="Times New Roman"/>
                <a:cs typeface="Times New Roman"/>
              </a:rPr>
              <a:t> </a:t>
            </a:r>
            <a:r>
              <a:rPr dirty="0" sz="2500">
                <a:solidFill>
                  <a:srgbClr val="211F1C"/>
                </a:solidFill>
                <a:latin typeface="Times New Roman"/>
                <a:cs typeface="Times New Roman"/>
              </a:rPr>
              <a:t>data</a:t>
            </a:r>
            <a:r>
              <a:rPr dirty="0" sz="2500" spc="-30">
                <a:solidFill>
                  <a:srgbClr val="211F1C"/>
                </a:solidFill>
                <a:latin typeface="Times New Roman"/>
                <a:cs typeface="Times New Roman"/>
              </a:rPr>
              <a:t> </a:t>
            </a:r>
            <a:r>
              <a:rPr dirty="0" sz="2500" spc="-10">
                <a:solidFill>
                  <a:srgbClr val="211F1C"/>
                </a:solidFill>
                <a:latin typeface="Times New Roman"/>
                <a:cs typeface="Times New Roman"/>
              </a:rPr>
              <a:t>integrity.</a:t>
            </a:r>
            <a:endParaRPr sz="25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564962" y="5400411"/>
            <a:ext cx="4389755" cy="1468120"/>
          </a:xfrm>
          <a:prstGeom prst="rect">
            <a:avLst/>
          </a:prstGeom>
        </p:spPr>
        <p:txBody>
          <a:bodyPr wrap="square" lIns="0" tIns="41910" rIns="0" bIns="0" rtlCol="0" vert="horz">
            <a:spAutoFit/>
          </a:bodyPr>
          <a:lstStyle/>
          <a:p>
            <a:pPr algn="ctr" marL="12700" marR="5080">
              <a:lnSpc>
                <a:spcPct val="92700"/>
              </a:lnSpc>
              <a:spcBef>
                <a:spcPts val="330"/>
              </a:spcBef>
            </a:pPr>
            <a:r>
              <a:rPr dirty="0" sz="2500" spc="-125" b="1">
                <a:solidFill>
                  <a:srgbClr val="0E0C0C"/>
                </a:solidFill>
                <a:latin typeface="Times New Roman"/>
                <a:cs typeface="Times New Roman"/>
              </a:rPr>
              <a:t>From</a:t>
            </a:r>
            <a:r>
              <a:rPr dirty="0" sz="2500" spc="-270" b="1">
                <a:solidFill>
                  <a:srgbClr val="0E0C0C"/>
                </a:solidFill>
                <a:latin typeface="Times New Roman"/>
                <a:cs typeface="Times New Roman"/>
              </a:rPr>
              <a:t> </a:t>
            </a:r>
            <a:r>
              <a:rPr dirty="0" sz="2500" spc="-65" b="1">
                <a:solidFill>
                  <a:srgbClr val="211F1C"/>
                </a:solidFill>
                <a:latin typeface="Times New Roman"/>
                <a:cs typeface="Times New Roman"/>
              </a:rPr>
              <a:t>Slow</a:t>
            </a:r>
            <a:r>
              <a:rPr dirty="0" sz="2500" spc="-250" b="1">
                <a:solidFill>
                  <a:srgbClr val="211F1C"/>
                </a:solidFill>
                <a:latin typeface="Times New Roman"/>
                <a:cs typeface="Times New Roman"/>
              </a:rPr>
              <a:t> </a:t>
            </a:r>
            <a:r>
              <a:rPr dirty="0" sz="2500" spc="60" b="1">
                <a:solidFill>
                  <a:srgbClr val="0E0C0C"/>
                </a:solidFill>
                <a:latin typeface="Times New Roman"/>
                <a:cs typeface="Times New Roman"/>
              </a:rPr>
              <a:t>to</a:t>
            </a:r>
            <a:r>
              <a:rPr dirty="0" sz="2500" spc="-285" b="1">
                <a:solidFill>
                  <a:srgbClr val="0E0C0C"/>
                </a:solidFill>
                <a:latin typeface="Times New Roman"/>
                <a:cs typeface="Times New Roman"/>
              </a:rPr>
              <a:t> </a:t>
            </a:r>
            <a:r>
              <a:rPr dirty="0" sz="2500" spc="-70" b="1">
                <a:solidFill>
                  <a:srgbClr val="0E0C0C"/>
                </a:solidFill>
                <a:latin typeface="Times New Roman"/>
                <a:cs typeface="Times New Roman"/>
              </a:rPr>
              <a:t>Agile:</a:t>
            </a:r>
            <a:r>
              <a:rPr dirty="0" sz="2500" spc="-325" b="1">
                <a:solidFill>
                  <a:srgbClr val="0E0C0C"/>
                </a:solidFill>
                <a:latin typeface="Times New Roman"/>
                <a:cs typeface="Times New Roman"/>
              </a:rPr>
              <a:t> </a:t>
            </a:r>
            <a:r>
              <a:rPr dirty="0" sz="2500" spc="-130">
                <a:solidFill>
                  <a:srgbClr val="211F1C"/>
                </a:solidFill>
                <a:latin typeface="Times New Roman"/>
                <a:cs typeface="Times New Roman"/>
              </a:rPr>
              <a:t>We</a:t>
            </a:r>
            <a:r>
              <a:rPr dirty="0" sz="2500" spc="-210">
                <a:solidFill>
                  <a:srgbClr val="211F1C"/>
                </a:solidFill>
                <a:latin typeface="Times New Roman"/>
                <a:cs typeface="Times New Roman"/>
              </a:rPr>
              <a:t> </a:t>
            </a:r>
            <a:r>
              <a:rPr dirty="0" sz="2500" spc="-55">
                <a:solidFill>
                  <a:srgbClr val="211F1C"/>
                </a:solidFill>
                <a:latin typeface="Times New Roman"/>
                <a:cs typeface="Times New Roman"/>
              </a:rPr>
              <a:t>move</a:t>
            </a:r>
            <a:r>
              <a:rPr dirty="0" sz="2500" spc="-150">
                <a:solidFill>
                  <a:srgbClr val="211F1C"/>
                </a:solidFill>
                <a:latin typeface="Times New Roman"/>
                <a:cs typeface="Times New Roman"/>
              </a:rPr>
              <a:t> </a:t>
            </a:r>
            <a:r>
              <a:rPr dirty="0" sz="2500" spc="-20">
                <a:solidFill>
                  <a:srgbClr val="211F1C"/>
                </a:solidFill>
                <a:latin typeface="Times New Roman"/>
                <a:cs typeface="Times New Roman"/>
              </a:rPr>
              <a:t>from </a:t>
            </a:r>
            <a:r>
              <a:rPr dirty="0" sz="2500" spc="-100">
                <a:solidFill>
                  <a:srgbClr val="211F1C"/>
                </a:solidFill>
                <a:latin typeface="Times New Roman"/>
                <a:cs typeface="Times New Roman"/>
              </a:rPr>
              <a:t>3-</a:t>
            </a:r>
            <a:r>
              <a:rPr dirty="0" sz="2500" spc="-120">
                <a:solidFill>
                  <a:srgbClr val="211F1C"/>
                </a:solidFill>
                <a:latin typeface="Times New Roman"/>
                <a:cs typeface="Times New Roman"/>
              </a:rPr>
              <a:t>6</a:t>
            </a:r>
            <a:r>
              <a:rPr dirty="0" sz="2500" spc="-180">
                <a:solidFill>
                  <a:srgbClr val="211F1C"/>
                </a:solidFill>
                <a:latin typeface="Times New Roman"/>
                <a:cs typeface="Times New Roman"/>
              </a:rPr>
              <a:t> </a:t>
            </a:r>
            <a:r>
              <a:rPr dirty="0" sz="2500">
                <a:solidFill>
                  <a:srgbClr val="211F1C"/>
                </a:solidFill>
                <a:latin typeface="Times New Roman"/>
                <a:cs typeface="Times New Roman"/>
              </a:rPr>
              <a:t>month</a:t>
            </a:r>
            <a:r>
              <a:rPr dirty="0" sz="2500" spc="-155">
                <a:solidFill>
                  <a:srgbClr val="211F1C"/>
                </a:solidFill>
                <a:latin typeface="Times New Roman"/>
                <a:cs typeface="Times New Roman"/>
              </a:rPr>
              <a:t> </a:t>
            </a:r>
            <a:r>
              <a:rPr dirty="0" sz="2500" spc="-50">
                <a:solidFill>
                  <a:srgbClr val="211F1C"/>
                </a:solidFill>
                <a:latin typeface="Times New Roman"/>
                <a:cs typeface="Times New Roman"/>
              </a:rPr>
              <a:t>code-</a:t>
            </a:r>
            <a:r>
              <a:rPr dirty="0" sz="2500">
                <a:solidFill>
                  <a:srgbClr val="211F1C"/>
                </a:solidFill>
                <a:latin typeface="Times New Roman"/>
                <a:cs typeface="Times New Roman"/>
              </a:rPr>
              <a:t>driven</a:t>
            </a:r>
            <a:r>
              <a:rPr dirty="0" sz="2500" spc="145">
                <a:solidFill>
                  <a:srgbClr val="211F1C"/>
                </a:solidFill>
                <a:latin typeface="Times New Roman"/>
                <a:cs typeface="Times New Roman"/>
              </a:rPr>
              <a:t> </a:t>
            </a:r>
            <a:r>
              <a:rPr dirty="0" sz="2500" spc="-10">
                <a:solidFill>
                  <a:srgbClr val="211F1C"/>
                </a:solidFill>
                <a:latin typeface="Times New Roman"/>
                <a:cs typeface="Times New Roman"/>
              </a:rPr>
              <a:t>release </a:t>
            </a:r>
            <a:r>
              <a:rPr dirty="0" sz="2500" spc="-65">
                <a:solidFill>
                  <a:srgbClr val="211F1C"/>
                </a:solidFill>
                <a:latin typeface="Times New Roman"/>
                <a:cs typeface="Times New Roman"/>
              </a:rPr>
              <a:t>cycles </a:t>
            </a:r>
            <a:r>
              <a:rPr dirty="0" sz="2500">
                <a:solidFill>
                  <a:srgbClr val="211F1C"/>
                </a:solidFill>
                <a:latin typeface="Times New Roman"/>
                <a:cs typeface="Times New Roman"/>
              </a:rPr>
              <a:t>to</a:t>
            </a:r>
            <a:r>
              <a:rPr dirty="0" sz="2500" spc="-100">
                <a:solidFill>
                  <a:srgbClr val="211F1C"/>
                </a:solidFill>
                <a:latin typeface="Times New Roman"/>
                <a:cs typeface="Times New Roman"/>
              </a:rPr>
              <a:t> </a:t>
            </a:r>
            <a:r>
              <a:rPr dirty="0" sz="2500" spc="-90">
                <a:solidFill>
                  <a:srgbClr val="211F1C"/>
                </a:solidFill>
                <a:latin typeface="Times New Roman"/>
                <a:cs typeface="Times New Roman"/>
              </a:rPr>
              <a:t>2-</a:t>
            </a:r>
            <a:r>
              <a:rPr dirty="0" sz="2500" spc="-100">
                <a:solidFill>
                  <a:srgbClr val="211F1C"/>
                </a:solidFill>
                <a:latin typeface="Times New Roman"/>
                <a:cs typeface="Times New Roman"/>
              </a:rPr>
              <a:t>4</a:t>
            </a:r>
            <a:r>
              <a:rPr dirty="0" sz="2500" spc="-229">
                <a:solidFill>
                  <a:srgbClr val="211F1C"/>
                </a:solidFill>
                <a:latin typeface="Times New Roman"/>
                <a:cs typeface="Times New Roman"/>
              </a:rPr>
              <a:t> </a:t>
            </a:r>
            <a:r>
              <a:rPr dirty="0" sz="2500" spc="-75">
                <a:solidFill>
                  <a:srgbClr val="211F1C"/>
                </a:solidFill>
                <a:latin typeface="Times New Roman"/>
                <a:cs typeface="Times New Roman"/>
              </a:rPr>
              <a:t>week </a:t>
            </a:r>
            <a:r>
              <a:rPr dirty="0" sz="2500" spc="-10">
                <a:solidFill>
                  <a:srgbClr val="211F1C"/>
                </a:solidFill>
                <a:latin typeface="Times New Roman"/>
                <a:cs typeface="Times New Roman"/>
              </a:rPr>
              <a:t>configuration-</a:t>
            </a:r>
            <a:r>
              <a:rPr dirty="0" sz="2500" spc="-20">
                <a:solidFill>
                  <a:srgbClr val="211F1C"/>
                </a:solidFill>
                <a:latin typeface="Times New Roman"/>
                <a:cs typeface="Times New Roman"/>
              </a:rPr>
              <a:t>driven</a:t>
            </a:r>
            <a:r>
              <a:rPr dirty="0" sz="2500" spc="-95">
                <a:solidFill>
                  <a:srgbClr val="211F1C"/>
                </a:solidFill>
                <a:latin typeface="Times New Roman"/>
                <a:cs typeface="Times New Roman"/>
              </a:rPr>
              <a:t> </a:t>
            </a:r>
            <a:r>
              <a:rPr dirty="0" sz="2500" spc="-10">
                <a:solidFill>
                  <a:srgbClr val="211F1C"/>
                </a:solidFill>
                <a:latin typeface="Times New Roman"/>
                <a:cs typeface="Times New Roman"/>
              </a:rPr>
              <a:t>deployments.</a:t>
            </a:r>
            <a:endParaRPr sz="25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1945036" y="5400411"/>
            <a:ext cx="4531995" cy="1468120"/>
          </a:xfrm>
          <a:prstGeom prst="rect">
            <a:avLst/>
          </a:prstGeom>
        </p:spPr>
        <p:txBody>
          <a:bodyPr wrap="square" lIns="0" tIns="41910" rIns="0" bIns="0" rtlCol="0" vert="horz">
            <a:spAutoFit/>
          </a:bodyPr>
          <a:lstStyle/>
          <a:p>
            <a:pPr algn="ctr" marL="12700" marR="5080" indent="5715">
              <a:lnSpc>
                <a:spcPct val="92700"/>
              </a:lnSpc>
              <a:spcBef>
                <a:spcPts val="330"/>
              </a:spcBef>
            </a:pPr>
            <a:r>
              <a:rPr dirty="0" sz="2500" spc="-125" b="1">
                <a:solidFill>
                  <a:srgbClr val="0E0C0C"/>
                </a:solidFill>
                <a:latin typeface="Times New Roman"/>
                <a:cs typeface="Times New Roman"/>
              </a:rPr>
              <a:t>From</a:t>
            </a:r>
            <a:r>
              <a:rPr dirty="0" sz="2500" spc="-265" b="1">
                <a:solidFill>
                  <a:srgbClr val="0E0C0C"/>
                </a:solidFill>
                <a:latin typeface="Times New Roman"/>
                <a:cs typeface="Times New Roman"/>
              </a:rPr>
              <a:t> </a:t>
            </a:r>
            <a:r>
              <a:rPr dirty="0" sz="2500" spc="-25" b="1">
                <a:solidFill>
                  <a:srgbClr val="0E0C0C"/>
                </a:solidFill>
                <a:latin typeface="Times New Roman"/>
                <a:cs typeface="Times New Roman"/>
              </a:rPr>
              <a:t>Siloed</a:t>
            </a:r>
            <a:r>
              <a:rPr dirty="0" sz="2500" spc="-280" b="1">
                <a:solidFill>
                  <a:srgbClr val="0E0C0C"/>
                </a:solidFill>
                <a:latin typeface="Times New Roman"/>
                <a:cs typeface="Times New Roman"/>
              </a:rPr>
              <a:t> </a:t>
            </a:r>
            <a:r>
              <a:rPr dirty="0" sz="2500" spc="60" b="1">
                <a:solidFill>
                  <a:srgbClr val="0E0C0C"/>
                </a:solidFill>
                <a:latin typeface="Times New Roman"/>
                <a:cs typeface="Times New Roman"/>
              </a:rPr>
              <a:t>to</a:t>
            </a:r>
            <a:r>
              <a:rPr dirty="0" sz="2500" spc="-300" b="1">
                <a:solidFill>
                  <a:srgbClr val="0E0C0C"/>
                </a:solidFill>
                <a:latin typeface="Times New Roman"/>
                <a:cs typeface="Times New Roman"/>
              </a:rPr>
              <a:t> </a:t>
            </a:r>
            <a:r>
              <a:rPr dirty="0" sz="2500" spc="-60" b="1">
                <a:solidFill>
                  <a:srgbClr val="0E0C0C"/>
                </a:solidFill>
                <a:latin typeface="Times New Roman"/>
                <a:cs typeface="Times New Roman"/>
              </a:rPr>
              <a:t>Scalable:</a:t>
            </a:r>
            <a:r>
              <a:rPr dirty="0" sz="2500" spc="-235" b="1">
                <a:solidFill>
                  <a:srgbClr val="0E0C0C"/>
                </a:solidFill>
                <a:latin typeface="Times New Roman"/>
                <a:cs typeface="Times New Roman"/>
              </a:rPr>
              <a:t> </a:t>
            </a:r>
            <a:r>
              <a:rPr dirty="0" sz="2500" spc="-180">
                <a:solidFill>
                  <a:srgbClr val="211F1C"/>
                </a:solidFill>
                <a:latin typeface="Times New Roman"/>
                <a:cs typeface="Times New Roman"/>
              </a:rPr>
              <a:t>We</a:t>
            </a:r>
            <a:r>
              <a:rPr dirty="0" sz="2500" spc="10">
                <a:solidFill>
                  <a:srgbClr val="211F1C"/>
                </a:solidFill>
                <a:latin typeface="Times New Roman"/>
                <a:cs typeface="Times New Roman"/>
              </a:rPr>
              <a:t> </a:t>
            </a:r>
            <a:r>
              <a:rPr dirty="0" sz="2500" spc="-20">
                <a:solidFill>
                  <a:srgbClr val="211F1C"/>
                </a:solidFill>
                <a:latin typeface="Times New Roman"/>
                <a:cs typeface="Times New Roman"/>
              </a:rPr>
              <a:t>move </a:t>
            </a:r>
            <a:r>
              <a:rPr dirty="0" sz="2500" spc="-30">
                <a:solidFill>
                  <a:srgbClr val="211F1C"/>
                </a:solidFill>
                <a:latin typeface="Times New Roman"/>
                <a:cs typeface="Times New Roman"/>
              </a:rPr>
              <a:t>from</a:t>
            </a:r>
            <a:r>
              <a:rPr dirty="0" sz="2500" spc="-130">
                <a:solidFill>
                  <a:srgbClr val="211F1C"/>
                </a:solidFill>
                <a:latin typeface="Times New Roman"/>
                <a:cs typeface="Times New Roman"/>
              </a:rPr>
              <a:t> </a:t>
            </a:r>
            <a:r>
              <a:rPr dirty="0" sz="2500">
                <a:solidFill>
                  <a:srgbClr val="211F1C"/>
                </a:solidFill>
                <a:latin typeface="Times New Roman"/>
                <a:cs typeface="Times New Roman"/>
              </a:rPr>
              <a:t>custom,</a:t>
            </a:r>
            <a:r>
              <a:rPr dirty="0" sz="2500" spc="-85">
                <a:solidFill>
                  <a:srgbClr val="211F1C"/>
                </a:solidFill>
                <a:latin typeface="Times New Roman"/>
                <a:cs typeface="Times New Roman"/>
              </a:rPr>
              <a:t> </a:t>
            </a:r>
            <a:r>
              <a:rPr dirty="0" sz="2500" spc="-75">
                <a:solidFill>
                  <a:srgbClr val="211F1C"/>
                </a:solidFill>
                <a:latin typeface="Times New Roman"/>
                <a:cs typeface="Times New Roman"/>
              </a:rPr>
              <a:t>one-</a:t>
            </a:r>
            <a:r>
              <a:rPr dirty="0" sz="2500" spc="-50">
                <a:solidFill>
                  <a:srgbClr val="211F1C"/>
                </a:solidFill>
                <a:latin typeface="Times New Roman"/>
                <a:cs typeface="Times New Roman"/>
              </a:rPr>
              <a:t>off</a:t>
            </a:r>
            <a:r>
              <a:rPr dirty="0" sz="2500" spc="-75">
                <a:solidFill>
                  <a:srgbClr val="211F1C"/>
                </a:solidFill>
                <a:latin typeface="Times New Roman"/>
                <a:cs typeface="Times New Roman"/>
              </a:rPr>
              <a:t> </a:t>
            </a:r>
            <a:r>
              <a:rPr dirty="0" sz="2500" spc="-10">
                <a:solidFill>
                  <a:srgbClr val="211F1C"/>
                </a:solidFill>
                <a:latin typeface="Times New Roman"/>
                <a:cs typeface="Times New Roman"/>
              </a:rPr>
              <a:t>solutions</a:t>
            </a:r>
            <a:r>
              <a:rPr dirty="0" sz="2500" spc="-70">
                <a:solidFill>
                  <a:srgbClr val="211F1C"/>
                </a:solidFill>
                <a:latin typeface="Times New Roman"/>
                <a:cs typeface="Times New Roman"/>
              </a:rPr>
              <a:t> </a:t>
            </a:r>
            <a:r>
              <a:rPr dirty="0" sz="2500" spc="65">
                <a:solidFill>
                  <a:srgbClr val="211F1C"/>
                </a:solidFill>
                <a:latin typeface="Times New Roman"/>
                <a:cs typeface="Times New Roman"/>
              </a:rPr>
              <a:t>to</a:t>
            </a:r>
            <a:r>
              <a:rPr dirty="0" sz="2500" spc="-270">
                <a:solidFill>
                  <a:srgbClr val="211F1C"/>
                </a:solidFill>
                <a:latin typeface="Times New Roman"/>
                <a:cs typeface="Times New Roman"/>
              </a:rPr>
              <a:t> </a:t>
            </a:r>
            <a:r>
              <a:rPr dirty="0" sz="2500" spc="15">
                <a:solidFill>
                  <a:srgbClr val="211F1C"/>
                </a:solidFill>
                <a:latin typeface="Times New Roman"/>
                <a:cs typeface="Times New Roman"/>
              </a:rPr>
              <a:t>a </a:t>
            </a:r>
            <a:r>
              <a:rPr dirty="0" sz="2500">
                <a:solidFill>
                  <a:srgbClr val="0E0C0C"/>
                </a:solidFill>
                <a:latin typeface="Times New Roman"/>
                <a:cs typeface="Times New Roman"/>
              </a:rPr>
              <a:t>reusable</a:t>
            </a:r>
            <a:r>
              <a:rPr dirty="0" sz="2500" spc="-160">
                <a:solidFill>
                  <a:srgbClr val="0E0C0C"/>
                </a:solidFill>
                <a:latin typeface="Times New Roman"/>
                <a:cs typeface="Times New Roman"/>
              </a:rPr>
              <a:t> </a:t>
            </a:r>
            <a:r>
              <a:rPr dirty="0" sz="2500" spc="-10">
                <a:solidFill>
                  <a:srgbClr val="211F1C"/>
                </a:solidFill>
                <a:latin typeface="Times New Roman"/>
                <a:cs typeface="Times New Roman"/>
              </a:rPr>
              <a:t>framework</a:t>
            </a:r>
            <a:r>
              <a:rPr dirty="0" sz="2500" spc="-55">
                <a:solidFill>
                  <a:srgbClr val="211F1C"/>
                </a:solidFill>
                <a:latin typeface="Times New Roman"/>
                <a:cs typeface="Times New Roman"/>
              </a:rPr>
              <a:t> </a:t>
            </a:r>
            <a:r>
              <a:rPr dirty="0" sz="2500">
                <a:solidFill>
                  <a:srgbClr val="0E0C0C"/>
                </a:solidFill>
                <a:latin typeface="Times New Roman"/>
                <a:cs typeface="Times New Roman"/>
              </a:rPr>
              <a:t>that</a:t>
            </a:r>
            <a:r>
              <a:rPr dirty="0" sz="2500" spc="-155">
                <a:solidFill>
                  <a:srgbClr val="0E0C0C"/>
                </a:solidFill>
                <a:latin typeface="Times New Roman"/>
                <a:cs typeface="Times New Roman"/>
              </a:rPr>
              <a:t> </a:t>
            </a:r>
            <a:r>
              <a:rPr dirty="0" sz="2500" spc="-10">
                <a:solidFill>
                  <a:srgbClr val="211F1C"/>
                </a:solidFill>
                <a:latin typeface="Times New Roman"/>
                <a:cs typeface="Times New Roman"/>
              </a:rPr>
              <a:t>accelerates </a:t>
            </a:r>
            <a:r>
              <a:rPr dirty="0" sz="2500" spc="-20">
                <a:solidFill>
                  <a:srgbClr val="211F1C"/>
                </a:solidFill>
                <a:latin typeface="Times New Roman"/>
                <a:cs typeface="Times New Roman"/>
              </a:rPr>
              <a:t>all</a:t>
            </a:r>
            <a:r>
              <a:rPr dirty="0" sz="2500" spc="-210">
                <a:solidFill>
                  <a:srgbClr val="211F1C"/>
                </a:solidFill>
                <a:latin typeface="Times New Roman"/>
                <a:cs typeface="Times New Roman"/>
              </a:rPr>
              <a:t> </a:t>
            </a:r>
            <a:r>
              <a:rPr dirty="0" sz="2500" spc="-10">
                <a:solidFill>
                  <a:srgbClr val="211F1C"/>
                </a:solidFill>
                <a:latin typeface="Times New Roman"/>
                <a:cs typeface="Times New Roman"/>
              </a:rPr>
              <a:t>future</a:t>
            </a:r>
            <a:r>
              <a:rPr dirty="0" sz="2500" spc="-145">
                <a:solidFill>
                  <a:srgbClr val="211F1C"/>
                </a:solidFill>
                <a:latin typeface="Times New Roman"/>
                <a:cs typeface="Times New Roman"/>
              </a:rPr>
              <a:t> </a:t>
            </a:r>
            <a:r>
              <a:rPr dirty="0" sz="2500" spc="-165">
                <a:solidFill>
                  <a:srgbClr val="211F1C"/>
                </a:solidFill>
                <a:latin typeface="Times New Roman"/>
                <a:cs typeface="Times New Roman"/>
              </a:rPr>
              <a:t>AI</a:t>
            </a:r>
            <a:r>
              <a:rPr dirty="0" sz="2500" spc="-85">
                <a:solidFill>
                  <a:srgbClr val="211F1C"/>
                </a:solidFill>
                <a:latin typeface="Times New Roman"/>
                <a:cs typeface="Times New Roman"/>
              </a:rPr>
              <a:t> </a:t>
            </a:r>
            <a:r>
              <a:rPr dirty="0" sz="2500" spc="-10">
                <a:solidFill>
                  <a:srgbClr val="211F1C"/>
                </a:solidFill>
                <a:latin typeface="Times New Roman"/>
                <a:cs typeface="Times New Roman"/>
              </a:rPr>
              <a:t>development.</a:t>
            </a:r>
            <a:endParaRPr sz="25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319001" y="7885979"/>
            <a:ext cx="14871065" cy="112331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498475" marR="5080" indent="-486409">
              <a:lnSpc>
                <a:spcPct val="107500"/>
              </a:lnSpc>
              <a:spcBef>
                <a:spcPts val="95"/>
              </a:spcBef>
            </a:pPr>
            <a:r>
              <a:rPr dirty="0" sz="3350" b="1">
                <a:solidFill>
                  <a:srgbClr val="211F1C"/>
                </a:solidFill>
                <a:latin typeface="Arial"/>
                <a:cs typeface="Arial"/>
              </a:rPr>
              <a:t>By</a:t>
            </a:r>
            <a:r>
              <a:rPr dirty="0" sz="3350" spc="-190" b="1">
                <a:solidFill>
                  <a:srgbClr val="211F1C"/>
                </a:solidFill>
                <a:latin typeface="Arial"/>
                <a:cs typeface="Arial"/>
              </a:rPr>
              <a:t> </a:t>
            </a:r>
            <a:r>
              <a:rPr dirty="0" sz="3350" spc="65" b="1">
                <a:solidFill>
                  <a:srgbClr val="211F1C"/>
                </a:solidFill>
                <a:latin typeface="Arial"/>
                <a:cs typeface="Arial"/>
              </a:rPr>
              <a:t>adopting</a:t>
            </a:r>
            <a:r>
              <a:rPr dirty="0" sz="3350" spc="15" b="1">
                <a:solidFill>
                  <a:srgbClr val="211F1C"/>
                </a:solidFill>
                <a:latin typeface="Arial"/>
                <a:cs typeface="Arial"/>
              </a:rPr>
              <a:t> </a:t>
            </a:r>
            <a:r>
              <a:rPr dirty="0" sz="3350" spc="85" b="1">
                <a:solidFill>
                  <a:srgbClr val="211F1C"/>
                </a:solidFill>
                <a:latin typeface="Arial"/>
                <a:cs typeface="Arial"/>
              </a:rPr>
              <a:t>this</a:t>
            </a:r>
            <a:r>
              <a:rPr dirty="0" sz="3350" spc="-170" b="1">
                <a:solidFill>
                  <a:srgbClr val="211F1C"/>
                </a:solidFill>
                <a:latin typeface="Arial"/>
                <a:cs typeface="Arial"/>
              </a:rPr>
              <a:t> </a:t>
            </a:r>
            <a:r>
              <a:rPr dirty="0" sz="3350" spc="75" b="1">
                <a:solidFill>
                  <a:srgbClr val="211F1C"/>
                </a:solidFill>
                <a:latin typeface="Arial"/>
                <a:cs typeface="Arial"/>
              </a:rPr>
              <a:t>agentic</a:t>
            </a:r>
            <a:r>
              <a:rPr dirty="0" sz="3350" spc="-5" b="1">
                <a:solidFill>
                  <a:srgbClr val="211F1C"/>
                </a:solidFill>
                <a:latin typeface="Arial"/>
                <a:cs typeface="Arial"/>
              </a:rPr>
              <a:t> </a:t>
            </a:r>
            <a:r>
              <a:rPr dirty="0" sz="3350" spc="65" b="1">
                <a:solidFill>
                  <a:srgbClr val="211F1C"/>
                </a:solidFill>
                <a:latin typeface="Arial"/>
                <a:cs typeface="Arial"/>
              </a:rPr>
              <a:t>framework,</a:t>
            </a:r>
            <a:r>
              <a:rPr dirty="0" sz="3350" spc="95" b="1">
                <a:solidFill>
                  <a:srgbClr val="211F1C"/>
                </a:solidFill>
                <a:latin typeface="Arial"/>
                <a:cs typeface="Arial"/>
              </a:rPr>
              <a:t> </a:t>
            </a:r>
            <a:r>
              <a:rPr dirty="0" sz="3350" spc="195" b="1">
                <a:solidFill>
                  <a:srgbClr val="211F1C"/>
                </a:solidFill>
                <a:latin typeface="Arial"/>
                <a:cs typeface="Arial"/>
              </a:rPr>
              <a:t>we</a:t>
            </a:r>
            <a:r>
              <a:rPr dirty="0" sz="3350" spc="-180" b="1">
                <a:solidFill>
                  <a:srgbClr val="211F1C"/>
                </a:solidFill>
                <a:latin typeface="Arial"/>
                <a:cs typeface="Arial"/>
              </a:rPr>
              <a:t> </a:t>
            </a:r>
            <a:r>
              <a:rPr dirty="0" sz="3350" b="1">
                <a:solidFill>
                  <a:srgbClr val="211F1C"/>
                </a:solidFill>
                <a:latin typeface="Arial"/>
                <a:cs typeface="Arial"/>
              </a:rPr>
              <a:t>unlock</a:t>
            </a:r>
            <a:r>
              <a:rPr dirty="0" sz="3350" spc="-120" b="1">
                <a:solidFill>
                  <a:srgbClr val="211F1C"/>
                </a:solidFill>
                <a:latin typeface="Arial"/>
                <a:cs typeface="Arial"/>
              </a:rPr>
              <a:t> </a:t>
            </a:r>
            <a:r>
              <a:rPr dirty="0" sz="3350" b="1">
                <a:solidFill>
                  <a:srgbClr val="211F1C"/>
                </a:solidFill>
                <a:latin typeface="Arial"/>
                <a:cs typeface="Arial"/>
              </a:rPr>
              <a:t>the</a:t>
            </a:r>
            <a:r>
              <a:rPr dirty="0" sz="3350" spc="195" b="1">
                <a:solidFill>
                  <a:srgbClr val="211F1C"/>
                </a:solidFill>
                <a:latin typeface="Arial"/>
                <a:cs typeface="Arial"/>
              </a:rPr>
              <a:t> </a:t>
            </a:r>
            <a:r>
              <a:rPr dirty="0" sz="3350" spc="50" b="1">
                <a:solidFill>
                  <a:srgbClr val="211F1C"/>
                </a:solidFill>
                <a:latin typeface="Arial"/>
                <a:cs typeface="Arial"/>
              </a:rPr>
              <a:t>ability</a:t>
            </a:r>
            <a:r>
              <a:rPr dirty="0" sz="3350" spc="30" b="1">
                <a:solidFill>
                  <a:srgbClr val="211F1C"/>
                </a:solidFill>
                <a:latin typeface="Arial"/>
                <a:cs typeface="Arial"/>
              </a:rPr>
              <a:t> </a:t>
            </a:r>
            <a:r>
              <a:rPr dirty="0" sz="3350" spc="120" b="1">
                <a:solidFill>
                  <a:srgbClr val="211F1C"/>
                </a:solidFill>
                <a:latin typeface="Arial"/>
                <a:cs typeface="Arial"/>
              </a:rPr>
              <a:t>to</a:t>
            </a:r>
            <a:r>
              <a:rPr dirty="0" sz="3350" spc="-275" b="1">
                <a:solidFill>
                  <a:srgbClr val="211F1C"/>
                </a:solidFill>
                <a:latin typeface="Arial"/>
                <a:cs typeface="Arial"/>
              </a:rPr>
              <a:t> </a:t>
            </a:r>
            <a:r>
              <a:rPr dirty="0" sz="3350" spc="60" b="1">
                <a:solidFill>
                  <a:srgbClr val="211F1C"/>
                </a:solidFill>
                <a:latin typeface="Arial"/>
                <a:cs typeface="Arial"/>
              </a:rPr>
              <a:t>build</a:t>
            </a:r>
            <a:r>
              <a:rPr dirty="0" sz="3350" spc="-180" b="1">
                <a:solidFill>
                  <a:srgbClr val="211F1C"/>
                </a:solidFill>
                <a:latin typeface="Arial"/>
                <a:cs typeface="Arial"/>
              </a:rPr>
              <a:t> </a:t>
            </a:r>
            <a:r>
              <a:rPr dirty="0" sz="3350" spc="55" b="1">
                <a:solidFill>
                  <a:srgbClr val="211F1C"/>
                </a:solidFill>
                <a:latin typeface="Arial"/>
                <a:cs typeface="Arial"/>
              </a:rPr>
              <a:t>more </a:t>
            </a:r>
            <a:r>
              <a:rPr dirty="0" sz="3350" spc="75" b="1">
                <a:solidFill>
                  <a:srgbClr val="211F1C"/>
                </a:solidFill>
                <a:latin typeface="Arial"/>
                <a:cs typeface="Arial"/>
              </a:rPr>
              <a:t>powerful,</a:t>
            </a:r>
            <a:r>
              <a:rPr dirty="0" sz="3350" spc="-75" b="1">
                <a:solidFill>
                  <a:srgbClr val="211F1C"/>
                </a:solidFill>
                <a:latin typeface="Arial"/>
                <a:cs typeface="Arial"/>
              </a:rPr>
              <a:t> </a:t>
            </a:r>
            <a:r>
              <a:rPr dirty="0" sz="3350" spc="50" b="1">
                <a:solidFill>
                  <a:srgbClr val="211F1C"/>
                </a:solidFill>
                <a:latin typeface="Arial"/>
                <a:cs typeface="Arial"/>
              </a:rPr>
              <a:t>reliable</a:t>
            </a:r>
            <a:r>
              <a:rPr dirty="0" sz="3350" spc="-40" b="1">
                <a:solidFill>
                  <a:srgbClr val="211F1C"/>
                </a:solidFill>
                <a:latin typeface="Arial"/>
                <a:cs typeface="Arial"/>
              </a:rPr>
              <a:t> </a:t>
            </a:r>
            <a:r>
              <a:rPr dirty="0" sz="3350" spc="60" b="1">
                <a:solidFill>
                  <a:srgbClr val="211F1C"/>
                </a:solidFill>
                <a:latin typeface="Arial"/>
                <a:cs typeface="Arial"/>
              </a:rPr>
              <a:t>Al</a:t>
            </a:r>
            <a:r>
              <a:rPr dirty="0" sz="3350" spc="-135" b="1">
                <a:solidFill>
                  <a:srgbClr val="211F1C"/>
                </a:solidFill>
                <a:latin typeface="Arial"/>
                <a:cs typeface="Arial"/>
              </a:rPr>
              <a:t> </a:t>
            </a:r>
            <a:r>
              <a:rPr dirty="0" sz="3350" b="1">
                <a:solidFill>
                  <a:srgbClr val="211F1C"/>
                </a:solidFill>
                <a:latin typeface="Arial"/>
                <a:cs typeface="Arial"/>
              </a:rPr>
              <a:t>solutions</a:t>
            </a:r>
            <a:r>
              <a:rPr dirty="0" sz="3350" spc="70" b="1">
                <a:solidFill>
                  <a:srgbClr val="211F1C"/>
                </a:solidFill>
                <a:latin typeface="Arial"/>
                <a:cs typeface="Arial"/>
              </a:rPr>
              <a:t> </a:t>
            </a:r>
            <a:r>
              <a:rPr dirty="0" sz="3350" b="1">
                <a:solidFill>
                  <a:srgbClr val="211F1C"/>
                </a:solidFill>
                <a:latin typeface="Arial"/>
                <a:cs typeface="Arial"/>
              </a:rPr>
              <a:t>at</a:t>
            </a:r>
            <a:r>
              <a:rPr dirty="0" sz="3350" spc="215" b="1">
                <a:solidFill>
                  <a:srgbClr val="211F1C"/>
                </a:solidFill>
                <a:latin typeface="Arial"/>
                <a:cs typeface="Arial"/>
              </a:rPr>
              <a:t> </a:t>
            </a:r>
            <a:r>
              <a:rPr dirty="0" sz="3350" spc="145" b="1">
                <a:solidFill>
                  <a:srgbClr val="211F1C"/>
                </a:solidFill>
                <a:latin typeface="Arial"/>
                <a:cs typeface="Arial"/>
              </a:rPr>
              <a:t>the</a:t>
            </a:r>
            <a:r>
              <a:rPr dirty="0" sz="3350" spc="-80" b="1">
                <a:solidFill>
                  <a:srgbClr val="211F1C"/>
                </a:solidFill>
                <a:latin typeface="Arial"/>
                <a:cs typeface="Arial"/>
              </a:rPr>
              <a:t> </a:t>
            </a:r>
            <a:r>
              <a:rPr dirty="0" sz="3350" spc="50" b="1">
                <a:solidFill>
                  <a:srgbClr val="211F1C"/>
                </a:solidFill>
                <a:latin typeface="Arial"/>
                <a:cs typeface="Arial"/>
              </a:rPr>
              <a:t>speed</a:t>
            </a:r>
            <a:r>
              <a:rPr dirty="0" sz="3350" spc="20" b="1">
                <a:solidFill>
                  <a:srgbClr val="211F1C"/>
                </a:solidFill>
                <a:latin typeface="Arial"/>
                <a:cs typeface="Arial"/>
              </a:rPr>
              <a:t> </a:t>
            </a:r>
            <a:r>
              <a:rPr dirty="0" sz="3350" b="1">
                <a:solidFill>
                  <a:srgbClr val="211F1C"/>
                </a:solidFill>
                <a:latin typeface="Arial"/>
                <a:cs typeface="Arial"/>
              </a:rPr>
              <a:t>our</a:t>
            </a:r>
            <a:r>
              <a:rPr dirty="0" sz="3350" spc="-165" b="1">
                <a:solidFill>
                  <a:srgbClr val="211F1C"/>
                </a:solidFill>
                <a:latin typeface="Arial"/>
                <a:cs typeface="Arial"/>
              </a:rPr>
              <a:t> </a:t>
            </a:r>
            <a:r>
              <a:rPr dirty="0" sz="3350" b="1">
                <a:solidFill>
                  <a:srgbClr val="211F1C"/>
                </a:solidFill>
                <a:latin typeface="Arial"/>
                <a:cs typeface="Arial"/>
              </a:rPr>
              <a:t>business</a:t>
            </a:r>
            <a:r>
              <a:rPr dirty="0" sz="3350" spc="15" b="1">
                <a:solidFill>
                  <a:srgbClr val="211F1C"/>
                </a:solidFill>
                <a:latin typeface="Arial"/>
                <a:cs typeface="Arial"/>
              </a:rPr>
              <a:t> </a:t>
            </a:r>
            <a:r>
              <a:rPr dirty="0" sz="3350" spc="60" b="1">
                <a:solidFill>
                  <a:srgbClr val="211F1C"/>
                </a:solidFill>
                <a:latin typeface="Arial"/>
                <a:cs typeface="Arial"/>
              </a:rPr>
              <a:t>demands.</a:t>
            </a:r>
            <a:endParaRPr sz="335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6158729" y="9396214"/>
            <a:ext cx="1243965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80">
                <a:solidFill>
                  <a:srgbClr val="211F1C"/>
                </a:solidFill>
                <a:latin typeface="Times New Roman"/>
                <a:cs typeface="Times New Roman"/>
              </a:rPr>
              <a:t>Isl\</a:t>
            </a:r>
            <a:r>
              <a:rPr dirty="0" sz="1400" spc="-5">
                <a:solidFill>
                  <a:srgbClr val="211F1C"/>
                </a:solidFill>
                <a:latin typeface="Times New Roman"/>
                <a:cs typeface="Times New Roman"/>
              </a:rPr>
              <a:t> </a:t>
            </a:r>
            <a:r>
              <a:rPr dirty="0" sz="1350" spc="-10">
                <a:solidFill>
                  <a:srgbClr val="211F1C"/>
                </a:solidFill>
                <a:latin typeface="Arial"/>
                <a:cs typeface="Arial"/>
              </a:rPr>
              <a:t>NotebookLM</a:t>
            </a:r>
            <a:endParaRPr sz="13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2025-12-28T22:58:23Z</dcterms:created>
  <dcterms:modified xsi:type="dcterms:W3CDTF">2025-12-28T22:58:23Z</dcterms:modified>
</cp:coreProperties>
</file>