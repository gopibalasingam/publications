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1288049-bebda4e38f71" ContentType="image/photo-1551288049-bebda4e38f71"/>
  <Default Extension="photo-1551434678-e076c223a692" ContentType="image/photo-1551434678-e076c223a692"/>
  <Default Extension="photo-1543286386-713df548e9cc" ContentType="image/photo-1543286386-713df548e9cc"/>
  <Default Extension="photo-1600880292203-757bb62b4baf" ContentType="image/photo-1600880292203-757bb62b4baf"/>
  <Default Extension="photo-1451187580459-43490279c0fa" ContentType="image/photo-1451187580459-43490279c0fa"/>
  <Default Extension="photo-1677442136019-21780ecad995" ContentType="image/photo-1677442136019-21780ecad995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Metrics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SLA Compliance</c:v>
                  </c:pt>
                  <c:pt idx="1">
                    <c:v>Auto-Validation</c:v>
                  </c:pt>
                  <c:pt idx="2">
                    <c:v>Cust. Satisfaction</c:v>
                  </c:pt>
                  <c:pt idx="3">
                    <c:v>First Contact Res.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85</c:v>
                </c:pt>
                <c:pt idx="2">
                  <c:v>92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com/photo-1497366216548-37526070297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51288049-bebda4e38f7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51434678-e076c223a69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543286386-713df548e9c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600880292203-757bb62b4ba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hoto-1451187580459-43490279c0fa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hoto-1677442136019-21780ecad99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543050"/>
            <a:ext cx="6400800" cy="2057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645920" y="1800225"/>
            <a:ext cx="5852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Work Management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2468880"/>
            <a:ext cx="5852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 on the Microsoft Power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2828925"/>
            <a:ext cx="5852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Segment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u="heavy" dirty="0">
                <a:solidFill>
                  <a:srgbClr val="0F766E"/>
                </a:solidFill>
                <a:uFill>
                  <a:solidFill>
                    <a:srgbClr val="2DD4B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Canada Segment has introduced a transformative work management solution designed to replace legacy systems. Built on the low-code/no-code Microsoft Power Platform, this solution lays the foundation for scalable workflow automation.</a:t>
            </a:r>
            <a:endParaRPr lang="en-US" sz="1400" dirty="0"/>
          </a:p>
          <a:p>
            <a:pPr algn="just" indent="0" marL="0">
              <a:buNone/>
            </a:pPr>
            <a:endParaRPr lang="en-US" sz="1400" dirty="0"/>
          </a:p>
          <a:p>
            <a:pPr algn="just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empowers business teams to configure and manage operational workflows without deep technical reliance, delivering end-to-end case lifecycle management, faster turnaround times, and enhanced compliance visibility.</a:t>
            </a:r>
            <a:endParaRPr lang="en-US" sz="1400" dirty="0"/>
          </a:p>
        </p:txBody>
      </p:sp>
      <p:pic>
        <p:nvPicPr>
          <p:cNvPr id="4" name="Image 0" descr="https://images.unsplash.com/photo-1551288049-bebda4e38f71?auto=format&amp;fit=crop&amp;w=8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Product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Automated Intake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Seamlessly captures requests from email, fax, scanned documents, and APIs, ensuring no case is lost.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Dynamic Workflows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Configurable rules guide cases through their lifecycle with automated approvals, escalations, and exception handling.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Role-based access ensures secure, auditable operations across Agent, Manager, and Auditor roles.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 &amp; Decomposition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Omni-Channel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Automatic Initiation: Cases created from mail, fax, API.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Proactive Scheduling: Triggers for reviews.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Document Matching: Files matched to pending cases.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Structuring &amp;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Decomposition: Parent-child structures.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Augmentation: APIs fetch core system data.</a:t>
            </a:r>
            <a:endParaRPr lang="en-US" sz="1400" dirty="0"/>
          </a:p>
        </p:txBody>
      </p:sp>
      <p:pic>
        <p:nvPicPr>
          <p:cNvPr id="7" name="Image 0" descr="https://images.unsplash.com/photo-1551434678-e076c223a692?auto=format&amp;fit=crop&amp;w=8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&amp; Assignment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Intelligent Triage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Cases are automatically assessed to determine urgency, complexity, and nature. Priority based on customer segment and impact.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Smart Assignment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Work routed based on expertise, availability, and workload. Optimizes resource allocation.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&amp;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Auto-Validation: Data checks against rules/APIs.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Contextual Advice: AI-driven insights for agents.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Pending Logic: Auto-pend waiting for info.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Analysis: System determines next steps.</a:t>
            </a:r>
            <a:endParaRPr lang="en-US" sz="1400" dirty="0"/>
          </a:p>
        </p:txBody>
      </p:sp>
      <p:pic>
        <p:nvPicPr>
          <p:cNvPr id="4" name="Image 0" descr="https://images.unsplash.com/photo-1543286386-713df548e9cc?auto=format&amp;fit=crop&amp;w=8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Collaboration</a:t>
            </a:r>
            <a:endParaRPr lang="en-US" sz="2400" dirty="0"/>
          </a:p>
        </p:txBody>
      </p:sp>
      <p:pic>
        <p:nvPicPr>
          <p:cNvPr id="3" name="Image 0" descr="https://images.unsplash.com/photo-1600880292203-757bb62b4baf?auto=format&amp;fit=crop&amp;w=8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Omni-Channel: Secure email, letters, portals.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Notifications: Alerts for deadlines/escalations.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Voice: Outbound calling with logs.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Digital Auth: Integrated e-signatures.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Closure, Review &amp; Optimization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Mandatory checklists and customer satisfaction feedback.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Quality Assurance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Automated triggers for QA audits based on risk criteria.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Optimization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Forecasting tools predict volumes for proactive staffing.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Real-time dashboards provide operational teams with visibility into case volumes, resolution times, and SLA compliance.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828800"/>
          <a:ext cx="7315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Ecosystem Integration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CRM Sync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Syncs case status to keep client-facing teams informed.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Document Mgmt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Integrates with Alfresco for secure document storage.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Secure APIs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Azure API Mgmt with service principal authentication.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Lake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Data Enrichment Loop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Transcript Ingestion: Recordings to Data Lake.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AI Summarization: GenAI processes transcripts.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Case Enrichment: Summaries fed back to case.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360° Insight: Builds customer journey view.</a:t>
            </a:r>
            <a:endParaRPr lang="en-US" sz="1400" dirty="0"/>
          </a:p>
        </p:txBody>
      </p:sp>
      <p:pic>
        <p:nvPicPr>
          <p:cNvPr id="5" name="Image 0" descr="https://images.unsplash.com/photo-1451187580459-43490279c0fa?auto=format&amp;fit=crop&amp;w=8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with GenAI Copilot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Intelligent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GenAI Copilot: Natural language queries.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Dashboards: Real-time visualization.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Ad-Hoc: Custom exports (CSV, PDF).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• Predictive: Forecast future workloads.</a:t>
            </a:r>
            <a:endParaRPr lang="en-US" sz="1400" dirty="0"/>
          </a:p>
        </p:txBody>
      </p:sp>
      <p:pic>
        <p:nvPicPr>
          <p:cNvPr id="5" name="Image 0" descr="https://images.unsplash.com/photo-1677442136019-21780ecad995?auto=format&amp;fit=crop&amp;w=800&amp;q=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Role-based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ACLs, segmented envs.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Scalability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Event-Driven Architecture (EDA).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Deployment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Actions, Quality Gates.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Comprehensive DR runbooks.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2025-11-24T01:20:59Z</dcterms:created>
  <dcterms:modified xsi:type="dcterms:W3CDTF">2025-11-24T01:20:59Z</dcterms:modified>
</cp:coreProperties>
</file>