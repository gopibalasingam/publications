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Next-Gen Work Management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Canada Segment</a:t>
            </a:r>
          </a:p>
          <a:p>
            <a:r>
              <a:t>Operational Excellence through Automation &amp; Low-Code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369A1"/>
                </a:solidFill>
              </a:defRPr>
            </a:pPr>
            <a:r>
              <a:t>Platform Overview</a:t>
            </a:r>
          </a:p>
          <a:p>
            <a:pPr>
              <a:defRPr sz="1800"/>
            </a:pPr>
            <a:r>
              <a:t>A modern solution built on the Microsoft Power Platform designed to replace legacy systems. It lays the foundation for scalable workflow automation.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369A1"/>
                </a:solidFill>
              </a:defRPr>
            </a:pPr>
            <a:r>
              <a:t>Strategic Benefits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Speed: Accelerated case resolution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Compliance: Auditable workflows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Scalability: Reusable patterns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Efficiency: Reduced maintenance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Key Product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Automated Intake: Cases initiated instantly from email, fax, scanned mail (IDP), and API calls.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Dynamic Workflows: Business rules guide cases from intake to resolution with automated approvals.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Governance: Granular role-based access (Agent, Manager, Auditor) ensuring secure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Initiation &amp; Structuring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Initiation &amp; Capture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Omni-Channel Capture: Automatic creation from mail, fax, and API sources.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Proactive Scheduling: Triggers for periodic reviews and renewals.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Document Matching: Intelligent matching of incoming files to pending cases.</a:t>
            </a:r>
          </a:p>
          <a:p/>
          <a:p>
            <a:pPr>
              <a:defRPr b="1"/>
            </a:pPr>
            <a:r>
              <a:t>Structure &amp; Data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Parent-Child Decomposition: Splits complex requests into parallel sub-cases.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Data Augmentation: APIs automatically fetch core system data to enrich the case record.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114800"/>
            <a:ext cx="3657600" cy="2441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Intelligent Triage &amp;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Decisioning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Case Assessment: Auto-assess nature, urgency, and complexity.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Prioritization: Dynamic ranking based on customer segment, impact, and SLA.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Smart Assignment: Routes cases based on skills, workload, and availability.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Load Balancing: Proactive identification of bottlenecks.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1920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[IMAGE PLACEHOLDER]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Investigation &amp;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Streamlined Operations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Auto-Validation: Data checks against rules and APIs.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Pending Logic: Auto-pend cases waiting for info; auto-resume when received.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Contextual Advice: AI-driven insights provided to agents.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Analysis: System determines appropriate next steps.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21362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Communication &amp;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Omni-Channel: Secure, auditable communication via email, letters, and portals.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Smart Notifications: Automated alerts for approaching deadlines and escalations.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Digital Authorization: Integrated e-signatures allow for rapid approvals.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65760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Closure, Review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Lifecycle Closure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Verification: Mandatory checklists to ensure requirements are met.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Quality Assurance: Automated triggers for QA audits based on risk.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Feedback Loop: Mechanisms to capture customer satisfaction.</a:t>
            </a:r>
          </a:p>
          <a:p/>
          <a:p>
            <a:pPr>
              <a:defRPr b="1"/>
            </a:pPr>
            <a:r>
              <a:t>Optimization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Forecasting tools use historical data to predict future volumes.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828800"/>
            <a:ext cx="3200400" cy="1920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[IMAGE PLACEHOLDER]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Seamless Ecosystem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Document Mgmt: Integrates with Alfresco for secure storage and audit trails.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CRM Sync: Bi-directional sync keeps client-facing teams informed.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Secure APIs: Azure APIM with service principal authentication.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Reporting with GenAI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Insights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GenAI Copilot: Natural language queries for instant answers.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Dashboards: Real-time visualization of KPIs and SLAs.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Ad-Hoc: Custom exports (CSV, PDF) on demand.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Predictive: Forecast future workloads based on trends.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Enterprise Data Lake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Enrichment Loop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Transcript Ingestion: Recordings sent to Data Lake for processing.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AI Summarization: GenAI processes transcripts for intent and outcome.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Case Enrichment: Summaries fed back to case history.</a:t>
            </a:r>
          </a:p>
          <a:p>
            <a:pPr lvl="1">
              <a:defRPr sz="1800">
                <a:solidFill>
                  <a:srgbClr val="334155"/>
                </a:solidFill>
                <a:latin typeface="Arial"/>
              </a:defRPr>
            </a:pPr>
            <a:r>
              <a:t>360° Insight: Builds a complete view of the customer journey.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828800"/>
            <a:ext cx="3200400" cy="2120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Operational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Auto Intake: Omni-channel capture reduces manual data entry.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Real-time Visibility: Dashboards provide instant insight into volumes.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100% Auditable: Full history of every action, approval, and viewing.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Security: Role-based Access, Enterprise ACLs, Segmented Environments.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Performance: High Scalability via Event-Driven Architecture (EDA).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DevOps: Auto Deployment via GitHub Actions, Quality Gates.</a:t>
            </a:r>
          </a:p>
          <a:p>
            <a:pPr>
              <a:defRPr sz="1800">
                <a:solidFill>
                  <a:srgbClr val="334155"/>
                </a:solidFill>
                <a:latin typeface="Arial"/>
              </a:defRPr>
            </a:pPr>
            <a:r>
              <a:t>Resilience: Comprehensive Disaster Recovery runbooks.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 for your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